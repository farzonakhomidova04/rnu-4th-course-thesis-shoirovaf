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4" r:id="rId2"/>
    <p:sldId id="257" r:id="rId3"/>
    <p:sldId id="262" r:id="rId4"/>
    <p:sldId id="263" r:id="rId5"/>
    <p:sldId id="264" r:id="rId6"/>
    <p:sldId id="265" r:id="rId7"/>
    <p:sldId id="266" r:id="rId8"/>
    <p:sldId id="267" r:id="rId9"/>
    <p:sldId id="268"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9" d="100"/>
          <a:sy n="109" d="100"/>
        </p:scale>
        <p:origin x="6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93BF913-1031-40B6-BDEB-F3FABAFA4F6E}" type="datetimeFigureOut">
              <a:rPr lang="en-IN" smtClean="0"/>
              <a:t>03-06-2026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93BF913-1031-40B6-BDEB-F3FABAFA4F6E}" type="datetimeFigureOut">
              <a:rPr lang="en-IN" smtClean="0"/>
              <a:t>03-06-2026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3BF913-1031-40B6-BDEB-F3FABAFA4F6E}" type="datetimeFigureOut">
              <a:rPr lang="en-IN" smtClean="0"/>
              <a:t>03-06-2026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93BF913-1031-40B6-BDEB-F3FABAFA4F6E}" type="datetimeFigureOut">
              <a:rPr lang="en-IN" smtClean="0"/>
              <a:t>03-06-2026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93BF913-1031-40B6-BDEB-F3FABAFA4F6E}" type="datetimeFigureOut">
              <a:rPr lang="en-IN" smtClean="0"/>
              <a:t>03-06-2026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93BF913-1031-40B6-BDEB-F3FABAFA4F6E}" type="datetimeFigureOut">
              <a:rPr lang="en-IN" smtClean="0"/>
              <a:t>03-06-2026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3BF913-1031-40B6-BDEB-F3FABAFA4F6E}" type="datetimeFigureOut">
              <a:rPr lang="en-IN" smtClean="0"/>
              <a:t>03-06-2026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3BF913-1031-40B6-BDEB-F3FABAFA4F6E}" type="datetimeFigureOut">
              <a:rPr lang="en-IN" smtClean="0"/>
              <a:t>03-06-2026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3BF913-1031-40B6-BDEB-F3FABAFA4F6E}" type="datetimeFigureOut">
              <a:rPr lang="en-IN" smtClean="0"/>
              <a:t>03-06-2026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93BF913-1031-40B6-BDEB-F3FABAFA4F6E}" type="datetimeFigureOut">
              <a:rPr lang="en-IN" smtClean="0"/>
              <a:t>03-06-2026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93BF913-1031-40B6-BDEB-F3FABAFA4F6E}" type="datetimeFigureOut">
              <a:rPr lang="en-IN" smtClean="0"/>
              <a:t>03-06-2026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292CEC-2476-4C3E-BF68-6093085CB0D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3BF913-1031-40B6-BDEB-F3FABAFA4F6E}" type="datetimeFigureOut">
              <a:rPr lang="en-IN" smtClean="0"/>
              <a:t>03-06-2026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292CEC-2476-4C3E-BF68-6093085CB0D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00834" y="-19566"/>
            <a:ext cx="1410732" cy="1410732"/>
          </a:xfrm>
          <a:custGeom>
            <a:avLst/>
            <a:gdLst/>
            <a:ahLst/>
            <a:cxnLst/>
            <a:rect l="l" t="t" r="r" b="b"/>
            <a:pathLst>
              <a:path w="2116098" h="2116098">
                <a:moveTo>
                  <a:pt x="0" y="0"/>
                </a:moveTo>
                <a:lnTo>
                  <a:pt x="2116098" y="0"/>
                </a:lnTo>
                <a:lnTo>
                  <a:pt x="2116098" y="2116098"/>
                </a:lnTo>
                <a:lnTo>
                  <a:pt x="0" y="2116098"/>
                </a:lnTo>
                <a:lnTo>
                  <a:pt x="0" y="0"/>
                </a:lnTo>
                <a:close/>
              </a:path>
            </a:pathLst>
          </a:custGeom>
          <a:blipFill>
            <a:blip r:embed="rId2"/>
            <a:stretch>
              <a:fillRect/>
            </a:stretch>
          </a:blipFill>
        </p:spPr>
        <p:txBody>
          <a:bodyPr/>
          <a:lstStyle/>
          <a:p>
            <a:endParaRPr lang="en-GB" sz="1200"/>
          </a:p>
        </p:txBody>
      </p:sp>
      <p:sp>
        <p:nvSpPr>
          <p:cNvPr id="3" name="Freeform 3"/>
          <p:cNvSpPr/>
          <p:nvPr/>
        </p:nvSpPr>
        <p:spPr>
          <a:xfrm>
            <a:off x="0" y="0"/>
            <a:ext cx="2937134" cy="1449005"/>
          </a:xfrm>
          <a:custGeom>
            <a:avLst/>
            <a:gdLst/>
            <a:ahLst/>
            <a:cxnLst/>
            <a:rect l="l" t="t" r="r" b="b"/>
            <a:pathLst>
              <a:path w="4405701" h="2173508">
                <a:moveTo>
                  <a:pt x="0" y="0"/>
                </a:moveTo>
                <a:lnTo>
                  <a:pt x="4405701" y="0"/>
                </a:lnTo>
                <a:lnTo>
                  <a:pt x="4405701" y="2173508"/>
                </a:lnTo>
                <a:lnTo>
                  <a:pt x="0" y="2173508"/>
                </a:lnTo>
                <a:lnTo>
                  <a:pt x="0" y="0"/>
                </a:lnTo>
                <a:close/>
              </a:path>
            </a:pathLst>
          </a:custGeom>
          <a:blipFill>
            <a:blip r:embed="rId3"/>
            <a:stretch>
              <a:fillRect/>
            </a:stretch>
          </a:blipFill>
        </p:spPr>
        <p:txBody>
          <a:bodyPr/>
          <a:lstStyle/>
          <a:p>
            <a:endParaRPr lang="en-GB" sz="1200"/>
          </a:p>
        </p:txBody>
      </p:sp>
      <p:sp>
        <p:nvSpPr>
          <p:cNvPr id="4" name="Freeform 4"/>
          <p:cNvSpPr/>
          <p:nvPr/>
        </p:nvSpPr>
        <p:spPr>
          <a:xfrm>
            <a:off x="5084478" y="4797919"/>
            <a:ext cx="2023043" cy="2023043"/>
          </a:xfrm>
          <a:custGeom>
            <a:avLst/>
            <a:gdLst/>
            <a:ahLst/>
            <a:cxnLst/>
            <a:rect l="l" t="t" r="r" b="b"/>
            <a:pathLst>
              <a:path w="3034565" h="3034565">
                <a:moveTo>
                  <a:pt x="0" y="0"/>
                </a:moveTo>
                <a:lnTo>
                  <a:pt x="3034565" y="0"/>
                </a:lnTo>
                <a:lnTo>
                  <a:pt x="3034565" y="3034566"/>
                </a:lnTo>
                <a:lnTo>
                  <a:pt x="0" y="3034566"/>
                </a:lnTo>
                <a:lnTo>
                  <a:pt x="0" y="0"/>
                </a:lnTo>
                <a:close/>
              </a:path>
            </a:pathLst>
          </a:custGeom>
          <a:blipFill>
            <a:blip r:embed="rId4"/>
            <a:stretch>
              <a:fillRect/>
            </a:stretch>
          </a:blipFill>
        </p:spPr>
        <p:txBody>
          <a:bodyPr/>
          <a:lstStyle/>
          <a:p>
            <a:endParaRPr lang="en-GB" sz="1200"/>
          </a:p>
        </p:txBody>
      </p:sp>
      <p:sp>
        <p:nvSpPr>
          <p:cNvPr id="5" name="TextBox 5"/>
          <p:cNvSpPr txBox="1"/>
          <p:nvPr/>
        </p:nvSpPr>
        <p:spPr>
          <a:xfrm>
            <a:off x="1123688" y="2030203"/>
            <a:ext cx="10357112" cy="682366"/>
          </a:xfrm>
          <a:prstGeom prst="rect">
            <a:avLst/>
          </a:prstGeom>
        </p:spPr>
        <p:txBody>
          <a:bodyPr wrap="square" lIns="0" tIns="0" rIns="0" bIns="0" rtlCol="0" anchor="t">
            <a:spAutoFit/>
          </a:bodyPr>
          <a:lstStyle/>
          <a:p>
            <a:pPr algn="ctr">
              <a:lnSpc>
                <a:spcPts val="1945"/>
              </a:lnSpc>
            </a:pPr>
            <a:r>
              <a:rPr lang="en-US" b="1" dirty="0">
                <a:latin typeface="Century Gothic Paneuropean Bold"/>
                <a:ea typeface="Century Gothic Paneuropean Bold"/>
                <a:cs typeface="Century Gothic Paneuropean Bold"/>
                <a:sym typeface="Century Gothic Paneuropean Bold"/>
              </a:rPr>
              <a:t>Department of </a:t>
            </a:r>
            <a:r>
              <a:rPr lang="en-GB" b="1" dirty="0">
                <a:latin typeface="Century Gothic Paneuropean Bold"/>
                <a:cs typeface="Century Gothic Paneuropean Bold"/>
              </a:rPr>
              <a:t>Natural Sciences and Computer Technology</a:t>
            </a:r>
            <a:r>
              <a:rPr lang="lv-LV" b="1" dirty="0">
                <a:latin typeface="Century Gothic Paneuropean Bold"/>
                <a:cs typeface="Century Gothic Paneuropean Bold"/>
                <a:sym typeface="Century Gothic Paneuropean Bold"/>
              </a:rPr>
              <a:t> </a:t>
            </a:r>
            <a:endParaRPr lang="en-US" b="1" dirty="0">
              <a:latin typeface="Century Gothic Paneuropean Bold"/>
              <a:cs typeface="Century Gothic Paneuropean Bold"/>
              <a:sym typeface="Century Gothic Paneuropean Bold"/>
            </a:endParaRPr>
          </a:p>
          <a:p>
            <a:pPr algn="ctr">
              <a:lnSpc>
                <a:spcPct val="150000"/>
              </a:lnSpc>
            </a:pPr>
            <a:endParaRPr lang="en-US" sz="1065" dirty="0">
              <a:latin typeface="Century Gothic" panose="020B0502020202020204" pitchFamily="34" charset="0"/>
              <a:ea typeface="Calibri" panose="020F0502020204030204"/>
              <a:cs typeface="Times New Roman" panose="02020603050405020304"/>
            </a:endParaRPr>
          </a:p>
          <a:p>
            <a:pPr algn="ctr">
              <a:lnSpc>
                <a:spcPts val="1510"/>
              </a:lnSpc>
            </a:pPr>
            <a:endParaRPr lang="en-US" sz="1400" i="1" dirty="0">
              <a:latin typeface="Century Gothic Paneuropean Italics"/>
              <a:ea typeface="Century Gothic Paneuropean Italics"/>
              <a:cs typeface="Century Gothic Paneuropean Italics"/>
              <a:sym typeface="Century Gothic Paneuropean Italics"/>
            </a:endParaRPr>
          </a:p>
        </p:txBody>
      </p:sp>
      <p:sp>
        <p:nvSpPr>
          <p:cNvPr id="6" name="TextBox 6"/>
          <p:cNvSpPr txBox="1"/>
          <p:nvPr/>
        </p:nvSpPr>
        <p:spPr>
          <a:xfrm>
            <a:off x="1466215" y="2852420"/>
            <a:ext cx="9885045" cy="738505"/>
          </a:xfrm>
          <a:prstGeom prst="rect">
            <a:avLst/>
          </a:prstGeom>
        </p:spPr>
        <p:txBody>
          <a:bodyPr wrap="square" lIns="0" tIns="0" rIns="0" bIns="0" rtlCol="0" anchor="t">
            <a:spAutoFit/>
          </a:bodyPr>
          <a:lstStyle/>
          <a:p>
            <a:pPr algn="ctr">
              <a:lnSpc>
                <a:spcPts val="2880"/>
              </a:lnSpc>
            </a:pPr>
            <a:r>
              <a:rPr lang="en-US" altLang="ru-RU" sz="2400" b="1" dirty="0">
                <a:latin typeface="Century Gothic Paneuropean Bold"/>
                <a:ea typeface="Century Gothic Paneuropean Bold"/>
                <a:cs typeface="Century Gothic Paneuropean Bold"/>
                <a:sym typeface="Century Gothic Paneuropean Bold"/>
              </a:rPr>
              <a:t>Development of an Offline Mobile Application Prototype for Tourism Navigation in Shohimardon Region</a:t>
            </a:r>
            <a:endParaRPr lang="en-US" sz="2400" b="1" dirty="0">
              <a:latin typeface="Century Gothic Paneuropean Bold"/>
              <a:ea typeface="Century Gothic Paneuropean Bold"/>
              <a:cs typeface="Century Gothic Paneuropean Bold"/>
              <a:sym typeface="Century Gothic Paneuropean Bold"/>
            </a:endParaRPr>
          </a:p>
        </p:txBody>
      </p:sp>
      <p:sp>
        <p:nvSpPr>
          <p:cNvPr id="7" name="TextBox 7"/>
          <p:cNvSpPr txBox="1"/>
          <p:nvPr/>
        </p:nvSpPr>
        <p:spPr>
          <a:xfrm>
            <a:off x="3192013" y="3730738"/>
            <a:ext cx="5792472" cy="525785"/>
          </a:xfrm>
          <a:prstGeom prst="rect">
            <a:avLst/>
          </a:prstGeom>
        </p:spPr>
        <p:txBody>
          <a:bodyPr lIns="0" tIns="0" rIns="0" bIns="0" rtlCol="0" anchor="t">
            <a:spAutoFit/>
          </a:bodyPr>
          <a:lstStyle/>
          <a:p>
            <a:pPr algn="ctr">
              <a:lnSpc>
                <a:spcPts val="2160"/>
              </a:lnSpc>
            </a:pPr>
            <a:r>
              <a:rPr lang="en-US" b="1" dirty="0">
                <a:latin typeface="Century Gothic Paneuropean Bold"/>
                <a:ea typeface="Century Gothic Paneuropean Bold"/>
                <a:cs typeface="Century Gothic Paneuropean Bold"/>
                <a:sym typeface="Century Gothic Paneuropean Bold"/>
              </a:rPr>
              <a:t> Bachelor Paper</a:t>
            </a:r>
          </a:p>
          <a:p>
            <a:pPr algn="ctr">
              <a:lnSpc>
                <a:spcPts val="1920"/>
              </a:lnSpc>
            </a:pPr>
            <a:endParaRPr lang="en-US" sz="1600" i="1" dirty="0">
              <a:latin typeface="Century Gothic Paneuropean Italics"/>
              <a:ea typeface="Century Gothic Paneuropean Italics"/>
              <a:cs typeface="Century Gothic Paneuropean Italics"/>
              <a:sym typeface="Century Gothic Paneuropean Italics"/>
            </a:endParaRPr>
          </a:p>
        </p:txBody>
      </p:sp>
      <p:sp>
        <p:nvSpPr>
          <p:cNvPr id="8" name="TextBox 8"/>
          <p:cNvSpPr txBox="1"/>
          <p:nvPr/>
        </p:nvSpPr>
        <p:spPr>
          <a:xfrm>
            <a:off x="9906000" y="4801793"/>
            <a:ext cx="1999173" cy="1230630"/>
          </a:xfrm>
          <a:prstGeom prst="rect">
            <a:avLst/>
          </a:prstGeom>
        </p:spPr>
        <p:txBody>
          <a:bodyPr lIns="0" tIns="0" rIns="0" bIns="0" rtlCol="0" anchor="t">
            <a:spAutoFit/>
          </a:bodyPr>
          <a:lstStyle/>
          <a:p>
            <a:pPr algn="r">
              <a:lnSpc>
                <a:spcPts val="1920"/>
              </a:lnSpc>
            </a:pPr>
            <a:r>
              <a:rPr lang="en-US" sz="1600" dirty="0">
                <a:latin typeface="Century Gothic Paneuropean"/>
                <a:ea typeface="Century Gothic Paneuropean"/>
                <a:cs typeface="Century Gothic Paneuropean"/>
                <a:sym typeface="Century Gothic Paneuropean"/>
              </a:rPr>
              <a:t>Shoirova Farzona</a:t>
            </a:r>
          </a:p>
          <a:p>
            <a:pPr algn="r">
              <a:lnSpc>
                <a:spcPts val="1920"/>
              </a:lnSpc>
            </a:pPr>
            <a:r>
              <a:rPr lang="en-US" sz="1600" dirty="0">
                <a:latin typeface="Century Gothic Paneuropean"/>
                <a:ea typeface="Century Gothic Paneuropean"/>
                <a:cs typeface="Century Gothic Paneuropean"/>
                <a:sym typeface="Century Gothic Paneuropean"/>
              </a:rPr>
              <a:t> Supervisor</a:t>
            </a:r>
          </a:p>
          <a:p>
            <a:pPr algn="r">
              <a:lnSpc>
                <a:spcPts val="1920"/>
              </a:lnSpc>
            </a:pPr>
            <a:r>
              <a:rPr lang="en-US" sz="1600" dirty="0" err="1">
                <a:latin typeface="Times New Roman" panose="02020603050405020304" pitchFamily="18" charset="0"/>
                <a:ea typeface="Times New Roman" panose="02020603050405020304" pitchFamily="18" charset="0"/>
                <a:sym typeface="+mn-ea"/>
              </a:rPr>
              <a:t>Dr.sc,ing</a:t>
            </a:r>
            <a:r>
              <a:rPr lang="en-US" sz="1600" dirty="0">
                <a:latin typeface="Times New Roman" panose="02020603050405020304" pitchFamily="18" charset="0"/>
                <a:ea typeface="Times New Roman" panose="02020603050405020304" pitchFamily="18" charset="0"/>
                <a:sym typeface="+mn-ea"/>
              </a:rPr>
              <a:t>., </a:t>
            </a:r>
            <a:r>
              <a:rPr lang="en-US" sz="1600" dirty="0" err="1">
                <a:latin typeface="Times New Roman" panose="02020603050405020304" pitchFamily="18" charset="0"/>
                <a:ea typeface="Times New Roman" panose="02020603050405020304" pitchFamily="18" charset="0"/>
                <a:sym typeface="+mn-ea"/>
              </a:rPr>
              <a:t>Profesor</a:t>
            </a:r>
            <a:r>
              <a:rPr lang="en-US" sz="1600" dirty="0">
                <a:latin typeface="Times New Roman" panose="02020603050405020304" pitchFamily="18" charset="0"/>
                <a:ea typeface="Times New Roman" panose="02020603050405020304" pitchFamily="18" charset="0"/>
                <a:sym typeface="+mn-ea"/>
              </a:rPr>
              <a:t>, Jelena </a:t>
            </a:r>
            <a:r>
              <a:rPr lang="en-US" sz="1600" dirty="0" err="1">
                <a:latin typeface="Times New Roman" panose="02020603050405020304" pitchFamily="18" charset="0"/>
                <a:ea typeface="Times New Roman" panose="02020603050405020304" pitchFamily="18" charset="0"/>
                <a:sym typeface="+mn-ea"/>
              </a:rPr>
              <a:t>Caiko</a:t>
            </a:r>
            <a:endParaRPr lang="en-US" sz="1600" dirty="0">
              <a:latin typeface="Century Gothic Paneuropean"/>
              <a:ea typeface="Century Gothic Paneuropean"/>
              <a:cs typeface="Century Gothic Paneuropean"/>
              <a:sym typeface="Century Gothic Paneuropean"/>
            </a:endParaRPr>
          </a:p>
          <a:p>
            <a:pPr algn="r">
              <a:lnSpc>
                <a:spcPts val="1920"/>
              </a:lnSpc>
            </a:pPr>
            <a:r>
              <a:rPr lang="en-US" sz="1600" dirty="0">
                <a:latin typeface="Century Gothic Paneuropean"/>
                <a:ea typeface="Century Gothic Paneuropean"/>
                <a:cs typeface="Century Gothic Paneuropean"/>
                <a:sym typeface="Century Gothic Paneuropean"/>
              </a:rPr>
              <a:t>May 2026</a:t>
            </a:r>
          </a:p>
        </p:txBody>
      </p:sp>
      <p:sp>
        <p:nvSpPr>
          <p:cNvPr id="10" name="TextBox 9"/>
          <p:cNvSpPr txBox="1"/>
          <p:nvPr/>
        </p:nvSpPr>
        <p:spPr>
          <a:xfrm>
            <a:off x="6451600" y="321218"/>
            <a:ext cx="4821523" cy="1043363"/>
          </a:xfrm>
          <a:prstGeom prst="rect">
            <a:avLst/>
          </a:prstGeom>
          <a:noFill/>
        </p:spPr>
        <p:txBody>
          <a:bodyPr wrap="square" rtlCol="0">
            <a:spAutoFit/>
          </a:bodyPr>
          <a:lstStyle/>
          <a:p>
            <a:pPr fontAlgn="t">
              <a:lnSpc>
                <a:spcPct val="115000"/>
              </a:lnSpc>
            </a:pPr>
            <a:r>
              <a:rPr lang="en-GB" sz="1200" b="1" dirty="0">
                <a:latin typeface="Century Gothic" panose="020B0502020202020204" pitchFamily="34" charset="0"/>
                <a:ea typeface="Times New Roman" panose="02020603050405020304" pitchFamily="18" charset="0"/>
                <a:cs typeface="Times New Roman" panose="02020603050405020304" pitchFamily="18" charset="0"/>
              </a:rPr>
              <a:t> </a:t>
            </a:r>
            <a:r>
              <a:rPr lang="en-US" sz="1200" dirty="0">
                <a:latin typeface="Century Gothic" panose="020B0502020202020204" pitchFamily="34" charset="0"/>
                <a:ea typeface="Times New Roman" panose="02020603050405020304" pitchFamily="18" charset="0"/>
                <a:cs typeface="Times New Roman" panose="02020603050405020304" pitchFamily="18" charset="0"/>
              </a:rPr>
              <a:t>      </a:t>
            </a:r>
            <a:r>
              <a:rPr lang="en-GB" sz="1200" b="1" dirty="0">
                <a:latin typeface="Century Gothic" panose="020B0502020202020204" pitchFamily="34" charset="0"/>
                <a:ea typeface="Times New Roman" panose="02020603050405020304" pitchFamily="18" charset="0"/>
                <a:cs typeface="Times New Roman" panose="02020603050405020304" pitchFamily="18" charset="0"/>
              </a:rPr>
              <a:t> </a:t>
            </a:r>
            <a:endParaRPr lang="lv-LV" sz="1200" dirty="0">
              <a:latin typeface="Arial" panose="020B0604020202020204" pitchFamily="34" charset="0"/>
            </a:endParaRPr>
          </a:p>
          <a:p>
            <a:pPr fontAlgn="t">
              <a:lnSpc>
                <a:spcPct val="150000"/>
              </a:lnSpc>
            </a:pPr>
            <a:r>
              <a:rPr lang="en-US" sz="1200" b="1" dirty="0">
                <a:solidFill>
                  <a:srgbClr val="000000"/>
                </a:solidFill>
                <a:latin typeface="Century Gothic" panose="020B0502020202020204" pitchFamily="34" charset="0"/>
                <a:cs typeface="Times New Roman" panose="02020603050405020304" pitchFamily="18" charset="0"/>
              </a:rPr>
              <a:t>Information Systems</a:t>
            </a:r>
            <a:endParaRPr lang="lv-LV" sz="1200" b="1" dirty="0">
              <a:solidFill>
                <a:srgbClr val="000000"/>
              </a:solidFill>
              <a:latin typeface="Century Gothic" panose="020B0502020202020204" pitchFamily="34" charset="0"/>
              <a:cs typeface="Times New Roman" panose="02020603050405020304" pitchFamily="18" charset="0"/>
            </a:endParaRPr>
          </a:p>
          <a:p>
            <a:pPr fontAlgn="t">
              <a:lnSpc>
                <a:spcPct val="150000"/>
              </a:lnSpc>
            </a:pPr>
            <a:endParaRPr lang="lv-LV" sz="1200" dirty="0">
              <a:latin typeface="Arial" panose="020B0604020202020204" pitchFamily="34" charset="0"/>
            </a:endParaRPr>
          </a:p>
          <a:p>
            <a:endParaRPr lang="lv-LV"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2"/>
          <p:cNvPicPr/>
          <p:nvPr/>
        </p:nvPicPr>
        <p:blipFill>
          <a:blip r:embed="rId2" cstate="print"/>
          <a:stretch>
            <a:fillRect/>
          </a:stretch>
        </p:blipFill>
        <p:spPr>
          <a:xfrm>
            <a:off x="0" y="9526"/>
            <a:ext cx="12192000" cy="6858000"/>
          </a:xfrm>
          <a:prstGeom prst="rect">
            <a:avLst/>
          </a:prstGeom>
        </p:spPr>
      </p:pic>
      <p:pic>
        <p:nvPicPr>
          <p:cNvPr id="5" name="Picture 4" descr="A logo with blue letters&#10;&#10;AI-generated content may be incorrect."/>
          <p:cNvPicPr>
            <a:picLocks noChangeAspect="1"/>
          </p:cNvPicPr>
          <p:nvPr/>
        </p:nvPicPr>
        <p:blipFill>
          <a:blip r:embed="rId3"/>
          <a:stretch>
            <a:fillRect/>
          </a:stretch>
        </p:blipFill>
        <p:spPr>
          <a:xfrm>
            <a:off x="0" y="0"/>
            <a:ext cx="3079895" cy="1517301"/>
          </a:xfrm>
          <a:prstGeom prst="rect">
            <a:avLst/>
          </a:prstGeom>
        </p:spPr>
      </p:pic>
      <p:sp>
        <p:nvSpPr>
          <p:cNvPr id="7" name="Rectangle 2"/>
          <p:cNvSpPr>
            <a:spLocks noGrp="1" noChangeArrowheads="1"/>
          </p:cNvSpPr>
          <p:nvPr>
            <p:ph type="title"/>
          </p:nvPr>
        </p:nvSpPr>
        <p:spPr>
          <a:xfrm>
            <a:off x="3079895" y="526701"/>
            <a:ext cx="8229600" cy="990600"/>
          </a:xfrm>
        </p:spPr>
        <p:txBody>
          <a:bodyPr/>
          <a:lstStyle/>
          <a:p>
            <a:pPr eaLnBrk="1" fontAlgn="auto" hangingPunct="1">
              <a:spcAft>
                <a:spcPts val="0"/>
              </a:spcAft>
              <a:defRPr/>
            </a:pPr>
            <a:r>
              <a:rPr lang="en-GB" dirty="0"/>
              <a:t>Problem</a:t>
            </a:r>
            <a:endParaRPr lang="en-US" dirty="0"/>
          </a:p>
        </p:txBody>
      </p:sp>
      <p:sp>
        <p:nvSpPr>
          <p:cNvPr id="2" name="Текстовое поле 1"/>
          <p:cNvSpPr txBox="1"/>
          <p:nvPr/>
        </p:nvSpPr>
        <p:spPr>
          <a:xfrm>
            <a:off x="321945" y="1574800"/>
            <a:ext cx="7326630" cy="5631180"/>
          </a:xfrm>
          <a:prstGeom prst="rect">
            <a:avLst/>
          </a:prstGeom>
        </p:spPr>
        <p:txBody>
          <a:bodyPr wrap="square">
            <a:spAutoFit/>
          </a:bodyPr>
          <a:lstStyle/>
          <a:p>
            <a:pPr marL="0" indent="0">
              <a:spcBef>
                <a:spcPct val="0"/>
              </a:spcBef>
              <a:spcAft>
                <a:spcPct val="0"/>
              </a:spcAft>
            </a:pPr>
            <a:r>
              <a:rPr b="0" i="0">
                <a:solidFill>
                  <a:schemeClr val="tx1"/>
                </a:solidFill>
                <a:latin typeface="Times New Roman" panose="02020603050405020304" pitchFamily="18" charset="0"/>
                <a:ea typeface="Segoe WPC"/>
                <a:cs typeface="Times New Roman" panose="02020603050405020304" pitchFamily="18" charset="0"/>
              </a:rPr>
              <a:t>Problem Statement:</a:t>
            </a:r>
          </a:p>
          <a:p>
            <a:pPr marL="0" indent="457200">
              <a:spcBef>
                <a:spcPct val="0"/>
              </a:spcBef>
              <a:spcAft>
                <a:spcPct val="0"/>
              </a:spcAft>
            </a:pPr>
            <a:r>
              <a:rPr b="0" i="0">
                <a:solidFill>
                  <a:schemeClr val="tx1"/>
                </a:solidFill>
                <a:latin typeface="Times New Roman" panose="02020603050405020304" pitchFamily="18" charset="0"/>
                <a:ea typeface="Segoe WPC"/>
                <a:cs typeface="Times New Roman" panose="02020603050405020304" pitchFamily="18" charset="0"/>
              </a:rPr>
              <a:t>Shohimardon is one of the most beautiful mountain resort areas in the Fergana Valley of Uzbekistan, attracting thousands of domestic and international tourists annually. However, the region faces significant challenges in the digital tourism sphere:</a:t>
            </a:r>
          </a:p>
          <a:p>
            <a:pPr marL="0" indent="0">
              <a:spcBef>
                <a:spcPct val="0"/>
              </a:spcBef>
              <a:spcAft>
                <a:spcPct val="0"/>
              </a:spcAft>
            </a:pPr>
            <a:endParaRPr b="0" i="0">
              <a:solidFill>
                <a:schemeClr val="tx1"/>
              </a:solidFill>
              <a:latin typeface="Times New Roman" panose="02020603050405020304" pitchFamily="18" charset="0"/>
              <a:ea typeface="Segoe WPC"/>
              <a:cs typeface="Times New Roman" panose="02020603050405020304" pitchFamily="18" charset="0"/>
            </a:endParaRPr>
          </a:p>
          <a:p>
            <a:pPr marL="0" indent="0">
              <a:buFont typeface="Arial" panose="020B0604020202020204"/>
              <a:buChar char="•"/>
            </a:pPr>
            <a:r>
              <a:rPr b="0" i="0">
                <a:solidFill>
                  <a:schemeClr val="tx1"/>
                </a:solidFill>
                <a:latin typeface="Times New Roman" panose="02020603050405020304" pitchFamily="18" charset="0"/>
                <a:ea typeface="Segoe WPC"/>
                <a:cs typeface="Times New Roman" panose="02020603050405020304" pitchFamily="18" charset="0"/>
              </a:rPr>
              <a:t>Lack of a dedicated digital platform — There is no centralized mobile application that provides tourists with comprehensive information about Shohimardon's attractions, shrines, hotels, restaurants, and recreation zones.</a:t>
            </a:r>
          </a:p>
          <a:p>
            <a:pPr marL="0" indent="0">
              <a:buFont typeface="Arial" panose="020B0604020202020204"/>
              <a:buChar char="•"/>
            </a:pPr>
            <a:r>
              <a:rPr b="0" i="0">
                <a:solidFill>
                  <a:schemeClr val="tx1"/>
                </a:solidFill>
                <a:latin typeface="Times New Roman" panose="02020603050405020304" pitchFamily="18" charset="0"/>
                <a:ea typeface="Segoe WPC"/>
                <a:cs typeface="Times New Roman" panose="02020603050405020304" pitchFamily="18" charset="0"/>
              </a:rPr>
              <a:t>Language barrier — Foreign tourists face difficulty navigating the region due to the absence of multilingual information resources (Uzbek, Russian, English).</a:t>
            </a:r>
          </a:p>
          <a:p>
            <a:pPr marL="0" indent="0">
              <a:buFont typeface="Arial" panose="020B0604020202020204"/>
              <a:buChar char="•"/>
            </a:pPr>
            <a:r>
              <a:rPr b="0" i="0">
                <a:solidFill>
                  <a:schemeClr val="tx1"/>
                </a:solidFill>
                <a:latin typeface="Times New Roman" panose="02020603050405020304" pitchFamily="18" charset="0"/>
                <a:ea typeface="Segoe WPC"/>
                <a:cs typeface="Times New Roman" panose="02020603050405020304" pitchFamily="18" charset="0"/>
              </a:rPr>
              <a:t>Offline accessibility — Most tourist areas in Shohimardon have limited or unstable internet connectivity, making cloud-only applications unreliable.</a:t>
            </a:r>
          </a:p>
          <a:p>
            <a:pPr marL="0" indent="0">
              <a:buFont typeface="Arial" panose="020B0604020202020204"/>
              <a:buChar char="•"/>
            </a:pPr>
            <a:r>
              <a:rPr b="0" i="0">
                <a:solidFill>
                  <a:schemeClr val="tx1"/>
                </a:solidFill>
                <a:latin typeface="Times New Roman" panose="02020603050405020304" pitchFamily="18" charset="0"/>
                <a:ea typeface="Segoe WPC"/>
                <a:cs typeface="Times New Roman" panose="02020603050405020304" pitchFamily="18" charset="0"/>
              </a:rPr>
              <a:t>Navigation difficulties — Tourists struggle to locate specific points of interest without a visual, interactive map with route-building capabilities.</a:t>
            </a:r>
          </a:p>
          <a:p>
            <a:pPr marL="0" indent="0">
              <a:buFont typeface="Arial" panose="020B0604020202020204"/>
              <a:buChar char="•"/>
            </a:pPr>
            <a:r>
              <a:rPr b="0" i="0">
                <a:solidFill>
                  <a:schemeClr val="tx1"/>
                </a:solidFill>
                <a:latin typeface="Times New Roman" panose="02020603050405020304" pitchFamily="18" charset="0"/>
                <a:ea typeface="Segoe WPC"/>
                <a:cs typeface="Times New Roman" panose="02020603050405020304" pitchFamily="18" charset="0"/>
              </a:rPr>
              <a:t>No review/rating system — There is no mechanism for tourists to rate and review places, which limits the ability of future visitors to make informed decisions.</a:t>
            </a:r>
          </a:p>
          <a:p>
            <a:pPr marL="0" indent="0">
              <a:spcBef>
                <a:spcPct val="0"/>
              </a:spcBef>
              <a:spcAft>
                <a:spcPct val="0"/>
              </a:spcAft>
            </a:pPr>
            <a:endParaRPr b="0" i="0">
              <a:solidFill>
                <a:schemeClr val="tx1"/>
              </a:solidFill>
              <a:latin typeface="Times New Roman" panose="02020603050405020304" pitchFamily="18" charset="0"/>
              <a:ea typeface="Segoe WPC"/>
              <a:cs typeface="Times New Roman" panose="02020603050405020304" pitchFamily="18" charset="0"/>
            </a:endParaRPr>
          </a:p>
        </p:txBody>
      </p:sp>
      <p:pic>
        <p:nvPicPr>
          <p:cNvPr id="3" name="Изображение 2"/>
          <p:cNvPicPr>
            <a:picLocks noChangeAspect="1"/>
          </p:cNvPicPr>
          <p:nvPr/>
        </p:nvPicPr>
        <p:blipFill>
          <a:blip r:embed="rId4"/>
          <a:stretch>
            <a:fillRect/>
          </a:stretch>
        </p:blipFill>
        <p:spPr>
          <a:xfrm>
            <a:off x="7498715" y="1789430"/>
            <a:ext cx="4544060" cy="50685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2"/>
          <p:cNvPicPr/>
          <p:nvPr/>
        </p:nvPicPr>
        <p:blipFill>
          <a:blip r:embed="rId2" cstate="print"/>
          <a:stretch>
            <a:fillRect/>
          </a:stretch>
        </p:blipFill>
        <p:spPr>
          <a:xfrm>
            <a:off x="0" y="1"/>
            <a:ext cx="12192000" cy="6858000"/>
          </a:xfrm>
          <a:prstGeom prst="rect">
            <a:avLst/>
          </a:prstGeom>
        </p:spPr>
      </p:pic>
      <p:pic>
        <p:nvPicPr>
          <p:cNvPr id="5" name="Picture 4" descr="A logo with blue letters&#10;&#10;AI-generated content may be incorrect."/>
          <p:cNvPicPr>
            <a:picLocks noChangeAspect="1"/>
          </p:cNvPicPr>
          <p:nvPr/>
        </p:nvPicPr>
        <p:blipFill>
          <a:blip r:embed="rId3"/>
          <a:stretch>
            <a:fillRect/>
          </a:stretch>
        </p:blipFill>
        <p:spPr>
          <a:xfrm>
            <a:off x="0" y="0"/>
            <a:ext cx="3079895" cy="1517301"/>
          </a:xfrm>
          <a:prstGeom prst="rect">
            <a:avLst/>
          </a:prstGeom>
        </p:spPr>
      </p:pic>
      <p:sp>
        <p:nvSpPr>
          <p:cNvPr id="4" name="Rectangle 2"/>
          <p:cNvSpPr>
            <a:spLocks noGrp="1" noChangeArrowheads="1"/>
          </p:cNvSpPr>
          <p:nvPr>
            <p:ph type="title"/>
          </p:nvPr>
        </p:nvSpPr>
        <p:spPr>
          <a:xfrm>
            <a:off x="3521147" y="526701"/>
            <a:ext cx="8229600" cy="990600"/>
          </a:xfrm>
        </p:spPr>
        <p:txBody>
          <a:bodyPr/>
          <a:lstStyle/>
          <a:p>
            <a:pPr eaLnBrk="1" fontAlgn="auto" hangingPunct="1">
              <a:spcAft>
                <a:spcPts val="0"/>
              </a:spcAft>
              <a:defRPr/>
            </a:pPr>
            <a:r>
              <a:rPr lang="en-GB" dirty="0"/>
              <a:t>Defended Thesis </a:t>
            </a:r>
            <a:endParaRPr lang="en-US" dirty="0"/>
          </a:p>
        </p:txBody>
      </p:sp>
      <p:sp>
        <p:nvSpPr>
          <p:cNvPr id="8" name="Rectangle 3"/>
          <p:cNvSpPr>
            <a:spLocks noGrp="1" noChangeArrowheads="1"/>
          </p:cNvSpPr>
          <p:nvPr>
            <p:ph idx="1"/>
          </p:nvPr>
        </p:nvSpPr>
        <p:spPr>
          <a:xfrm>
            <a:off x="271145" y="1866265"/>
            <a:ext cx="5572760" cy="4876800"/>
          </a:xfrm>
        </p:spPr>
        <p:txBody>
          <a:bodyPr rtlCol="0">
            <a:noAutofit/>
          </a:bodyPr>
          <a:lstStyle/>
          <a:p>
            <a:pPr marL="0" indent="0" eaLnBrk="1" hangingPunct="1">
              <a:buNone/>
              <a:defRPr/>
            </a:pPr>
            <a:r>
              <a:rPr lang="en-US" altLang="ru-RU" sz="1800" dirty="0"/>
              <a:t>Thesis 1 — Has been offered: "A multi-level testing approach has been offered to ensure the high reliability of the application's core functions (authentication, synchronization, and maps)." </a:t>
            </a:r>
          </a:p>
          <a:p>
            <a:pPr marL="0" indent="0" eaLnBrk="1" hangingPunct="1">
              <a:buNone/>
              <a:defRPr/>
            </a:pPr>
            <a:r>
              <a:rPr lang="en-US" altLang="ru-RU" sz="1800" dirty="0"/>
              <a:t>Thesis 2 — Has been modified: "The traditional architecture has been modified into an offline-first model using Firebase and SQLite, guaranteeing an uninterrupted user experience even without an internet connection."</a:t>
            </a:r>
          </a:p>
          <a:p>
            <a:pPr marL="0" indent="0" eaLnBrk="1" hangingPunct="1">
              <a:buNone/>
              <a:defRPr/>
            </a:pPr>
            <a:r>
              <a:rPr lang="en-US" altLang="ru-RU" sz="1800" dirty="0"/>
              <a:t>Thesis 3 — Has been suggested: "An Agile development methodology has been suggested, enabling rapid prototyping, continuous updates, and quick integration of user feedback."</a:t>
            </a:r>
          </a:p>
        </p:txBody>
      </p:sp>
      <p:pic>
        <p:nvPicPr>
          <p:cNvPr id="2" name="Изображение 1"/>
          <p:cNvPicPr>
            <a:picLocks noChangeAspect="1"/>
          </p:cNvPicPr>
          <p:nvPr/>
        </p:nvPicPr>
        <p:blipFill>
          <a:blip r:embed="rId4"/>
          <a:stretch>
            <a:fillRect/>
          </a:stretch>
        </p:blipFill>
        <p:spPr>
          <a:xfrm>
            <a:off x="6231890" y="1485900"/>
            <a:ext cx="1846580" cy="4153535"/>
          </a:xfrm>
          <a:prstGeom prst="rect">
            <a:avLst/>
          </a:prstGeom>
        </p:spPr>
      </p:pic>
      <p:pic>
        <p:nvPicPr>
          <p:cNvPr id="3" name="Изображение 2"/>
          <p:cNvPicPr>
            <a:picLocks noChangeAspect="1"/>
          </p:cNvPicPr>
          <p:nvPr/>
        </p:nvPicPr>
        <p:blipFill>
          <a:blip r:embed="rId5"/>
          <a:stretch>
            <a:fillRect/>
          </a:stretch>
        </p:blipFill>
        <p:spPr>
          <a:xfrm>
            <a:off x="8843010" y="1517015"/>
            <a:ext cx="1887220" cy="41224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2"/>
          <p:cNvPicPr/>
          <p:nvPr/>
        </p:nvPicPr>
        <p:blipFill>
          <a:blip r:embed="rId2" cstate="print"/>
          <a:stretch>
            <a:fillRect/>
          </a:stretch>
        </p:blipFill>
        <p:spPr>
          <a:xfrm flipV="1">
            <a:off x="0" y="1"/>
            <a:ext cx="12192000" cy="6858000"/>
          </a:xfrm>
          <a:prstGeom prst="rect">
            <a:avLst/>
          </a:prstGeom>
        </p:spPr>
      </p:pic>
      <p:pic>
        <p:nvPicPr>
          <p:cNvPr id="5" name="Picture 4" descr="A logo with blue letters&#10;&#10;AI-generated content may be incorrect."/>
          <p:cNvPicPr>
            <a:picLocks noChangeAspect="1"/>
          </p:cNvPicPr>
          <p:nvPr/>
        </p:nvPicPr>
        <p:blipFill>
          <a:blip r:embed="rId3"/>
          <a:stretch>
            <a:fillRect/>
          </a:stretch>
        </p:blipFill>
        <p:spPr>
          <a:xfrm>
            <a:off x="0" y="0"/>
            <a:ext cx="3079895" cy="1517301"/>
          </a:xfrm>
          <a:prstGeom prst="rect">
            <a:avLst/>
          </a:prstGeom>
        </p:spPr>
      </p:pic>
      <p:sp>
        <p:nvSpPr>
          <p:cNvPr id="2" name="Rectangle 2"/>
          <p:cNvSpPr>
            <a:spLocks noGrp="1" noChangeArrowheads="1"/>
          </p:cNvSpPr>
          <p:nvPr>
            <p:ph type="title"/>
          </p:nvPr>
        </p:nvSpPr>
        <p:spPr>
          <a:xfrm>
            <a:off x="3521147" y="263350"/>
            <a:ext cx="8229600" cy="990600"/>
          </a:xfrm>
        </p:spPr>
        <p:txBody>
          <a:bodyPr>
            <a:normAutofit fontScale="90000"/>
          </a:bodyPr>
          <a:lstStyle/>
          <a:p>
            <a:pPr eaLnBrk="1" fontAlgn="auto" hangingPunct="1">
              <a:spcAft>
                <a:spcPts val="0"/>
              </a:spcAft>
              <a:defRPr/>
            </a:pPr>
            <a:r>
              <a:rPr lang="en-US" dirty="0"/>
              <a:t>Methods/ways/decisions to solve this problem</a:t>
            </a:r>
          </a:p>
        </p:txBody>
      </p:sp>
      <p:sp>
        <p:nvSpPr>
          <p:cNvPr id="3" name="Текстовое поле 2"/>
          <p:cNvSpPr txBox="1"/>
          <p:nvPr/>
        </p:nvSpPr>
        <p:spPr>
          <a:xfrm>
            <a:off x="786130" y="1419225"/>
            <a:ext cx="10485120" cy="398780"/>
          </a:xfrm>
          <a:prstGeom prst="rect">
            <a:avLst/>
          </a:prstGeom>
        </p:spPr>
        <p:txBody>
          <a:bodyPr wrap="square">
            <a:spAutoFit/>
          </a:bodyPr>
          <a:lstStyle/>
          <a:p>
            <a:pPr marL="0" indent="0">
              <a:spcBef>
                <a:spcPct val="0"/>
              </a:spcBef>
              <a:spcAft>
                <a:spcPct val="0"/>
              </a:spcAft>
            </a:pPr>
            <a:r>
              <a:rPr sz="2000" b="0" i="0">
                <a:solidFill>
                  <a:schemeClr val="tx1"/>
                </a:solidFill>
                <a:latin typeface="Times New Roman" panose="02020603050405020304" pitchFamily="18" charset="0"/>
                <a:ea typeface="Segoe WPC"/>
                <a:cs typeface="Times New Roman" panose="02020603050405020304" pitchFamily="18" charset="0"/>
              </a:rPr>
              <a:t>The following established methods and techn</a:t>
            </a:r>
            <a:r>
              <a:rPr lang="en-US" sz="2000" b="0" i="0">
                <a:solidFill>
                  <a:schemeClr val="tx1"/>
                </a:solidFill>
                <a:latin typeface="Times New Roman" panose="02020603050405020304" pitchFamily="18" charset="0"/>
                <a:ea typeface="Segoe WPC"/>
                <a:cs typeface="Times New Roman" panose="02020603050405020304" pitchFamily="18" charset="0"/>
              </a:rPr>
              <a:t>a</a:t>
            </a:r>
            <a:r>
              <a:rPr sz="2000" b="0" i="0">
                <a:solidFill>
                  <a:schemeClr val="tx1"/>
                </a:solidFill>
                <a:latin typeface="Times New Roman" panose="02020603050405020304" pitchFamily="18" charset="0"/>
                <a:ea typeface="Segoe WPC"/>
                <a:cs typeface="Times New Roman" panose="02020603050405020304" pitchFamily="18" charset="0"/>
              </a:rPr>
              <a:t>ologies were used to solve the identified problems:</a:t>
            </a:r>
          </a:p>
        </p:txBody>
      </p:sp>
      <p:pic>
        <p:nvPicPr>
          <p:cNvPr id="7" name="Изображение 6"/>
          <p:cNvPicPr>
            <a:picLocks noChangeAspect="1"/>
          </p:cNvPicPr>
          <p:nvPr/>
        </p:nvPicPr>
        <p:blipFill>
          <a:blip r:embed="rId4"/>
          <a:stretch>
            <a:fillRect/>
          </a:stretch>
        </p:blipFill>
        <p:spPr>
          <a:xfrm>
            <a:off x="74930" y="2099310"/>
            <a:ext cx="6155055" cy="3502660"/>
          </a:xfrm>
          <a:prstGeom prst="rect">
            <a:avLst/>
          </a:prstGeom>
        </p:spPr>
      </p:pic>
      <p:pic>
        <p:nvPicPr>
          <p:cNvPr id="8" name="Изображение 7"/>
          <p:cNvPicPr>
            <a:picLocks noChangeAspect="1"/>
          </p:cNvPicPr>
          <p:nvPr/>
        </p:nvPicPr>
        <p:blipFill>
          <a:blip r:embed="rId5"/>
          <a:stretch>
            <a:fillRect/>
          </a:stretch>
        </p:blipFill>
        <p:spPr>
          <a:xfrm>
            <a:off x="6436995" y="2099310"/>
            <a:ext cx="5755005" cy="35020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2"/>
          <p:cNvPicPr/>
          <p:nvPr/>
        </p:nvPicPr>
        <p:blipFill>
          <a:blip r:embed="rId2" cstate="print"/>
          <a:stretch>
            <a:fillRect/>
          </a:stretch>
        </p:blipFill>
        <p:spPr>
          <a:xfrm>
            <a:off x="0" y="1"/>
            <a:ext cx="12192000" cy="6858000"/>
          </a:xfrm>
          <a:prstGeom prst="rect">
            <a:avLst/>
          </a:prstGeom>
        </p:spPr>
      </p:pic>
      <p:pic>
        <p:nvPicPr>
          <p:cNvPr id="5" name="Picture 4" descr="A logo with blue letters&#10;&#10;AI-generated content may be incorrect."/>
          <p:cNvPicPr>
            <a:picLocks noChangeAspect="1"/>
          </p:cNvPicPr>
          <p:nvPr/>
        </p:nvPicPr>
        <p:blipFill>
          <a:blip r:embed="rId3"/>
          <a:stretch>
            <a:fillRect/>
          </a:stretch>
        </p:blipFill>
        <p:spPr>
          <a:xfrm>
            <a:off x="0" y="0"/>
            <a:ext cx="3079895" cy="1517301"/>
          </a:xfrm>
          <a:prstGeom prst="rect">
            <a:avLst/>
          </a:prstGeom>
        </p:spPr>
      </p:pic>
      <p:sp>
        <p:nvSpPr>
          <p:cNvPr id="2" name="Rectangle 2"/>
          <p:cNvSpPr>
            <a:spLocks noGrp="1" noChangeArrowheads="1"/>
          </p:cNvSpPr>
          <p:nvPr>
            <p:ph type="title"/>
          </p:nvPr>
        </p:nvSpPr>
        <p:spPr>
          <a:xfrm>
            <a:off x="3521147" y="263350"/>
            <a:ext cx="8229600" cy="990600"/>
          </a:xfrm>
        </p:spPr>
        <p:txBody>
          <a:bodyPr>
            <a:normAutofit fontScale="90000"/>
          </a:bodyPr>
          <a:lstStyle/>
          <a:p>
            <a:pPr>
              <a:defRPr/>
            </a:pPr>
            <a:r>
              <a:rPr lang="en-US" dirty="0"/>
              <a:t>My own method/way/decision to overcame this problem</a:t>
            </a:r>
          </a:p>
        </p:txBody>
      </p:sp>
      <p:pic>
        <p:nvPicPr>
          <p:cNvPr id="7" name="Изображение 6"/>
          <p:cNvPicPr>
            <a:picLocks noChangeAspect="1"/>
          </p:cNvPicPr>
          <p:nvPr/>
        </p:nvPicPr>
        <p:blipFill>
          <a:blip r:embed="rId4"/>
          <a:stretch>
            <a:fillRect/>
          </a:stretch>
        </p:blipFill>
        <p:spPr>
          <a:xfrm>
            <a:off x="815340" y="1377950"/>
            <a:ext cx="10560685" cy="53860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2"/>
          <p:cNvPicPr/>
          <p:nvPr/>
        </p:nvPicPr>
        <p:blipFill>
          <a:blip r:embed="rId2" cstate="print"/>
          <a:stretch>
            <a:fillRect/>
          </a:stretch>
        </p:blipFill>
        <p:spPr>
          <a:xfrm>
            <a:off x="0" y="1"/>
            <a:ext cx="12192000" cy="6858000"/>
          </a:xfrm>
          <a:prstGeom prst="rect">
            <a:avLst/>
          </a:prstGeom>
        </p:spPr>
      </p:pic>
      <p:pic>
        <p:nvPicPr>
          <p:cNvPr id="5" name="Picture 4" descr="A logo with blue letters&#10;&#10;AI-generated content may be incorrect."/>
          <p:cNvPicPr>
            <a:picLocks noChangeAspect="1"/>
          </p:cNvPicPr>
          <p:nvPr/>
        </p:nvPicPr>
        <p:blipFill>
          <a:blip r:embed="rId3"/>
          <a:stretch>
            <a:fillRect/>
          </a:stretch>
        </p:blipFill>
        <p:spPr>
          <a:xfrm>
            <a:off x="0" y="0"/>
            <a:ext cx="3079895" cy="1517301"/>
          </a:xfrm>
          <a:prstGeom prst="rect">
            <a:avLst/>
          </a:prstGeom>
        </p:spPr>
      </p:pic>
      <p:sp>
        <p:nvSpPr>
          <p:cNvPr id="2" name="Rectangle 2"/>
          <p:cNvSpPr>
            <a:spLocks noGrp="1" noChangeArrowheads="1"/>
          </p:cNvSpPr>
          <p:nvPr>
            <p:ph type="title"/>
          </p:nvPr>
        </p:nvSpPr>
        <p:spPr>
          <a:xfrm>
            <a:off x="3521147" y="263349"/>
            <a:ext cx="8229600" cy="1706127"/>
          </a:xfrm>
        </p:spPr>
        <p:txBody>
          <a:bodyPr>
            <a:normAutofit fontScale="90000"/>
          </a:bodyPr>
          <a:lstStyle/>
          <a:p>
            <a:pPr>
              <a:defRPr/>
            </a:pPr>
            <a:r>
              <a:rPr lang="en-IN" dirty="0"/>
              <a:t>Levels of Testing</a:t>
            </a:r>
            <a:r>
              <a:rPr lang="ru-RU" dirty="0"/>
              <a:t/>
            </a:r>
            <a:br>
              <a:rPr lang="ru-RU" dirty="0"/>
            </a:br>
            <a:r>
              <a:rPr lang="ru-RU" dirty="0"/>
              <a:t>(</a:t>
            </a:r>
            <a:r>
              <a:rPr lang="en-US" dirty="0"/>
              <a:t>Slide to explain the first Defended Thesis</a:t>
            </a:r>
            <a:r>
              <a:rPr lang="ru-RU" dirty="0"/>
              <a:t>)</a:t>
            </a:r>
            <a:endParaRPr lang="en-US" dirty="0"/>
          </a:p>
        </p:txBody>
      </p:sp>
      <p:sp>
        <p:nvSpPr>
          <p:cNvPr id="3" name="Текстовое поле 2"/>
          <p:cNvSpPr txBox="1"/>
          <p:nvPr/>
        </p:nvSpPr>
        <p:spPr>
          <a:xfrm>
            <a:off x="254635" y="1969770"/>
            <a:ext cx="7861935" cy="3784600"/>
          </a:xfrm>
          <a:prstGeom prst="rect">
            <a:avLst/>
          </a:prstGeom>
        </p:spPr>
        <p:txBody>
          <a:bodyPr wrap="square">
            <a:spAutoFit/>
          </a:bodyPr>
          <a:lstStyle/>
          <a:p>
            <a:pPr marL="0" indent="0">
              <a:buAutoNum type="arabicPeriod"/>
            </a:pPr>
            <a:r>
              <a:rPr sz="2400" b="0" i="0">
                <a:solidFill>
                  <a:schemeClr val="tx1"/>
                </a:solidFill>
                <a:latin typeface="Times New Roman" panose="02020603050405020304" pitchFamily="18" charset="0"/>
                <a:ea typeface="Segoe WPC"/>
                <a:cs typeface="Times New Roman" panose="02020603050405020304" pitchFamily="18" charset="0"/>
              </a:rPr>
              <a:t>Unit Testing — Testing individual functions: </a:t>
            </a:r>
            <a:r>
              <a:rPr sz="2400" b="0" i="0">
                <a:solidFill>
                  <a:schemeClr val="tx1"/>
                </a:solidFill>
                <a:latin typeface="Times New Roman" panose="02020603050405020304" pitchFamily="18" charset="0"/>
                <a:ea typeface="ui-monospace"/>
                <a:cs typeface="Times New Roman" panose="02020603050405020304" pitchFamily="18" charset="0"/>
              </a:rPr>
              <a:t>TouristObject.fromMap()</a:t>
            </a:r>
            <a:r>
              <a:rPr sz="2400" b="0" i="0">
                <a:solidFill>
                  <a:schemeClr val="tx1"/>
                </a:solidFill>
                <a:latin typeface="Times New Roman" panose="02020603050405020304" pitchFamily="18" charset="0"/>
                <a:ea typeface="Segoe WPC"/>
                <a:cs typeface="Times New Roman" panose="02020603050405020304" pitchFamily="18" charset="0"/>
              </a:rPr>
              <a:t>, </a:t>
            </a:r>
            <a:r>
              <a:rPr sz="2400" b="0" i="0">
                <a:solidFill>
                  <a:schemeClr val="tx1"/>
                </a:solidFill>
                <a:latin typeface="Times New Roman" panose="02020603050405020304" pitchFamily="18" charset="0"/>
                <a:ea typeface="ui-monospace"/>
                <a:cs typeface="Times New Roman" panose="02020603050405020304" pitchFamily="18" charset="0"/>
              </a:rPr>
              <a:t>getLocalizedName()</a:t>
            </a:r>
            <a:r>
              <a:rPr sz="2400" b="0" i="0">
                <a:solidFill>
                  <a:schemeClr val="tx1"/>
                </a:solidFill>
                <a:latin typeface="Times New Roman" panose="02020603050405020304" pitchFamily="18" charset="0"/>
                <a:ea typeface="Segoe WPC"/>
                <a:cs typeface="Times New Roman" panose="02020603050405020304" pitchFamily="18" charset="0"/>
              </a:rPr>
              <a:t>, </a:t>
            </a:r>
            <a:r>
              <a:rPr sz="2400" b="0" i="0">
                <a:solidFill>
                  <a:schemeClr val="tx1"/>
                </a:solidFill>
                <a:latin typeface="Times New Roman" panose="02020603050405020304" pitchFamily="18" charset="0"/>
                <a:ea typeface="ui-monospace"/>
                <a:cs typeface="Times New Roman" panose="02020603050405020304" pitchFamily="18" charset="0"/>
              </a:rPr>
              <a:t>AuthProvider.login()</a:t>
            </a:r>
          </a:p>
          <a:p>
            <a:pPr marL="0" indent="0">
              <a:buAutoNum type="arabicPeriod"/>
            </a:pPr>
            <a:r>
              <a:rPr sz="2400" b="0" i="0">
                <a:solidFill>
                  <a:schemeClr val="tx1"/>
                </a:solidFill>
                <a:latin typeface="Times New Roman" panose="02020603050405020304" pitchFamily="18" charset="0"/>
                <a:ea typeface="Segoe WPC"/>
                <a:cs typeface="Times New Roman" panose="02020603050405020304" pitchFamily="18" charset="0"/>
              </a:rPr>
              <a:t>Integration Testing — Testing module interactions: Firebase → SQLite sync, review submission → rating update</a:t>
            </a:r>
          </a:p>
          <a:p>
            <a:pPr marL="0" indent="0">
              <a:buAutoNum type="arabicPeriod"/>
            </a:pPr>
            <a:r>
              <a:rPr sz="2400" b="0" i="0">
                <a:solidFill>
                  <a:schemeClr val="tx1"/>
                </a:solidFill>
                <a:latin typeface="Times New Roman" panose="02020603050405020304" pitchFamily="18" charset="0"/>
                <a:ea typeface="Segoe WPC"/>
                <a:cs typeface="Times New Roman" panose="02020603050405020304" pitchFamily="18" charset="0"/>
              </a:rPr>
              <a:t>System Testing — Testing the full app flow: Language Selection → Login → Map → Place Details → Directions → Review</a:t>
            </a:r>
          </a:p>
          <a:p>
            <a:pPr marL="0" indent="0">
              <a:buAutoNum type="arabicPeriod"/>
            </a:pPr>
            <a:r>
              <a:rPr sz="2400" b="0" i="0">
                <a:solidFill>
                  <a:schemeClr val="tx1"/>
                </a:solidFill>
                <a:latin typeface="Times New Roman" panose="02020603050405020304" pitchFamily="18" charset="0"/>
                <a:ea typeface="Segoe WPC"/>
                <a:cs typeface="Times New Roman" panose="02020603050405020304" pitchFamily="18" charset="0"/>
              </a:rPr>
              <a:t>Acceptance Testing — Validating the app with end-users and the diploma committee</a:t>
            </a:r>
          </a:p>
        </p:txBody>
      </p:sp>
      <p:pic>
        <p:nvPicPr>
          <p:cNvPr id="4" name="Изображение 3"/>
          <p:cNvPicPr>
            <a:picLocks noChangeAspect="1"/>
          </p:cNvPicPr>
          <p:nvPr/>
        </p:nvPicPr>
        <p:blipFill>
          <a:blip r:embed="rId4"/>
          <a:stretch>
            <a:fillRect/>
          </a:stretch>
        </p:blipFill>
        <p:spPr>
          <a:xfrm>
            <a:off x="8646795" y="1517015"/>
            <a:ext cx="2748915" cy="50742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2"/>
          <p:cNvPicPr/>
          <p:nvPr/>
        </p:nvPicPr>
        <p:blipFill>
          <a:blip r:embed="rId2" cstate="print"/>
          <a:stretch>
            <a:fillRect/>
          </a:stretch>
        </p:blipFill>
        <p:spPr>
          <a:xfrm>
            <a:off x="0" y="1"/>
            <a:ext cx="12192000" cy="6858000"/>
          </a:xfrm>
          <a:prstGeom prst="rect">
            <a:avLst/>
          </a:prstGeom>
        </p:spPr>
      </p:pic>
      <p:pic>
        <p:nvPicPr>
          <p:cNvPr id="5" name="Picture 4" descr="A logo with blue letters&#10;&#10;AI-generated content may be incorrect."/>
          <p:cNvPicPr>
            <a:picLocks noChangeAspect="1"/>
          </p:cNvPicPr>
          <p:nvPr/>
        </p:nvPicPr>
        <p:blipFill>
          <a:blip r:embed="rId3"/>
          <a:stretch>
            <a:fillRect/>
          </a:stretch>
        </p:blipFill>
        <p:spPr>
          <a:xfrm>
            <a:off x="0" y="0"/>
            <a:ext cx="3079895" cy="1517301"/>
          </a:xfrm>
          <a:prstGeom prst="rect">
            <a:avLst/>
          </a:prstGeom>
        </p:spPr>
      </p:pic>
      <p:sp>
        <p:nvSpPr>
          <p:cNvPr id="2" name="Rectangle 2"/>
          <p:cNvSpPr>
            <a:spLocks noGrp="1" noChangeArrowheads="1"/>
          </p:cNvSpPr>
          <p:nvPr>
            <p:ph type="title"/>
          </p:nvPr>
        </p:nvSpPr>
        <p:spPr>
          <a:xfrm>
            <a:off x="3521147" y="263349"/>
            <a:ext cx="8229600" cy="1706127"/>
          </a:xfrm>
        </p:spPr>
        <p:txBody>
          <a:bodyPr>
            <a:normAutofit fontScale="90000"/>
          </a:bodyPr>
          <a:lstStyle/>
          <a:p>
            <a:pPr>
              <a:defRPr/>
            </a:pPr>
            <a:r>
              <a:rPr lang="en-IN" dirty="0"/>
              <a:t>Software testing methods</a:t>
            </a:r>
            <a:r>
              <a:rPr lang="ru-RU" dirty="0"/>
              <a:t/>
            </a:r>
            <a:br>
              <a:rPr lang="ru-RU" dirty="0"/>
            </a:br>
            <a:r>
              <a:rPr lang="ru-RU" dirty="0"/>
              <a:t>(</a:t>
            </a:r>
            <a:r>
              <a:rPr lang="en-US" dirty="0"/>
              <a:t>Slide to explain the first Defended Thesis</a:t>
            </a:r>
            <a:r>
              <a:rPr lang="ru-RU" dirty="0"/>
              <a:t>)</a:t>
            </a:r>
            <a:endParaRPr lang="en-US" dirty="0"/>
          </a:p>
        </p:txBody>
      </p:sp>
      <p:pic>
        <p:nvPicPr>
          <p:cNvPr id="4" name="Изображение 3"/>
          <p:cNvPicPr>
            <a:picLocks noChangeAspect="1"/>
          </p:cNvPicPr>
          <p:nvPr/>
        </p:nvPicPr>
        <p:blipFill>
          <a:blip r:embed="rId4"/>
          <a:stretch>
            <a:fillRect/>
          </a:stretch>
        </p:blipFill>
        <p:spPr>
          <a:xfrm>
            <a:off x="929640" y="1969135"/>
            <a:ext cx="10166350" cy="47656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2"/>
          <p:cNvPicPr/>
          <p:nvPr/>
        </p:nvPicPr>
        <p:blipFill>
          <a:blip r:embed="rId3" cstate="print"/>
          <a:stretch>
            <a:fillRect/>
          </a:stretch>
        </p:blipFill>
        <p:spPr>
          <a:xfrm>
            <a:off x="0" y="1"/>
            <a:ext cx="12192000" cy="6858000"/>
          </a:xfrm>
          <a:prstGeom prst="rect">
            <a:avLst/>
          </a:prstGeom>
        </p:spPr>
      </p:pic>
      <p:pic>
        <p:nvPicPr>
          <p:cNvPr id="5" name="Picture 4" descr="A logo with blue letters&#10;&#10;AI-generated content may be incorrect."/>
          <p:cNvPicPr>
            <a:picLocks noChangeAspect="1"/>
          </p:cNvPicPr>
          <p:nvPr/>
        </p:nvPicPr>
        <p:blipFill>
          <a:blip r:embed="rId4"/>
          <a:stretch>
            <a:fillRect/>
          </a:stretch>
        </p:blipFill>
        <p:spPr>
          <a:xfrm>
            <a:off x="0" y="0"/>
            <a:ext cx="3079895" cy="1517301"/>
          </a:xfrm>
          <a:prstGeom prst="rect">
            <a:avLst/>
          </a:prstGeom>
        </p:spPr>
      </p:pic>
      <p:sp>
        <p:nvSpPr>
          <p:cNvPr id="2" name="Rectangle 2"/>
          <p:cNvSpPr>
            <a:spLocks noGrp="1" noChangeArrowheads="1"/>
          </p:cNvSpPr>
          <p:nvPr>
            <p:ph type="title"/>
          </p:nvPr>
        </p:nvSpPr>
        <p:spPr>
          <a:xfrm>
            <a:off x="3521147" y="263349"/>
            <a:ext cx="8229600" cy="1706127"/>
          </a:xfrm>
        </p:spPr>
        <p:txBody>
          <a:bodyPr>
            <a:normAutofit fontScale="90000"/>
          </a:bodyPr>
          <a:lstStyle/>
          <a:p>
            <a:pPr>
              <a:defRPr/>
            </a:pPr>
            <a:r>
              <a:rPr lang="en-IN" dirty="0"/>
              <a:t>The Different Software Development Methodologies</a:t>
            </a:r>
            <a:br>
              <a:rPr lang="en-IN" dirty="0"/>
            </a:br>
            <a:r>
              <a:rPr lang="ru-RU" sz="3200" dirty="0"/>
              <a:t>(</a:t>
            </a:r>
            <a:r>
              <a:rPr lang="en-US" sz="3200" dirty="0"/>
              <a:t>Slide to explain the third  Defended Thesis)</a:t>
            </a:r>
            <a:r>
              <a:rPr lang="en-IN" sz="3200" b="1" dirty="0"/>
              <a:t> </a:t>
            </a:r>
            <a:endParaRPr lang="en-US" dirty="0"/>
          </a:p>
        </p:txBody>
      </p:sp>
      <p:graphicFrame>
        <p:nvGraphicFramePr>
          <p:cNvPr id="3" name="Таблица 2"/>
          <p:cNvGraphicFramePr/>
          <p:nvPr>
            <p:custDataLst>
              <p:tags r:id="rId1"/>
            </p:custDataLst>
          </p:nvPr>
        </p:nvGraphicFramePr>
        <p:xfrm>
          <a:off x="853440" y="1966595"/>
          <a:ext cx="8004810" cy="1656080"/>
        </p:xfrm>
        <a:graphic>
          <a:graphicData uri="http://schemas.openxmlformats.org/drawingml/2006/table">
            <a:tbl>
              <a:tblPr/>
              <a:tblGrid>
                <a:gridCol w="1424305"/>
                <a:gridCol w="2237105"/>
                <a:gridCol w="1976120"/>
                <a:gridCol w="2367280"/>
              </a:tblGrid>
              <a:tr h="276860">
                <a:tc>
                  <a:txBody>
                    <a:bodyPr/>
                    <a:lstStyle/>
                    <a:p>
                      <a:pPr marL="0" indent="0" algn="l"/>
                      <a:r>
                        <a:rPr sz="1800" b="0">
                          <a:latin typeface="Times New Roman" panose="02020603050405020304" pitchFamily="18" charset="0"/>
                          <a:cs typeface="Times New Roman" panose="02020603050405020304" pitchFamily="18" charset="0"/>
                        </a:rPr>
                        <a:t>Methodology</a:t>
                      </a:r>
                    </a:p>
                  </a:txBody>
                  <a:tcPr marL="0" marR="0" marT="0" marB="0" anchor="ctr">
                    <a:lnL w="9525"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l"/>
                      <a:r>
                        <a:rPr sz="1800" b="0">
                          <a:latin typeface="Times New Roman" panose="02020603050405020304" pitchFamily="18" charset="0"/>
                          <a:cs typeface="Times New Roman" panose="02020603050405020304" pitchFamily="18" charset="0"/>
                        </a:rPr>
                        <a:t>Description</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l"/>
                      <a:r>
                        <a:rPr sz="1800" b="0">
                          <a:latin typeface="Times New Roman" panose="02020603050405020304" pitchFamily="18" charset="0"/>
                          <a:cs typeface="Times New Roman" panose="02020603050405020304" pitchFamily="18" charset="0"/>
                        </a:rPr>
                        <a:t>Pros</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l"/>
                      <a:r>
                        <a:rPr sz="1800" b="0">
                          <a:latin typeface="Times New Roman" panose="02020603050405020304" pitchFamily="18" charset="0"/>
                          <a:cs typeface="Times New Roman" panose="02020603050405020304" pitchFamily="18" charset="0"/>
                        </a:rPr>
                        <a:t>Cons</a:t>
                      </a:r>
                    </a:p>
                  </a:txBody>
                  <a:tcPr marL="0" marR="0" marT="0" marB="0" anchor="ctr">
                    <a:lnL w="635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76860">
                <a:tc>
                  <a:txBody>
                    <a:bodyPr/>
                    <a:lstStyle/>
                    <a:p>
                      <a:pPr marL="0" indent="0"/>
                      <a:r>
                        <a:rPr sz="1800" b="0">
                          <a:latin typeface="Times New Roman" panose="02020603050405020304" pitchFamily="18" charset="0"/>
                          <a:cs typeface="Times New Roman" panose="02020603050405020304" pitchFamily="18" charset="0"/>
                        </a:rPr>
                        <a:t>Waterfall</a:t>
                      </a:r>
                    </a:p>
                  </a:txBody>
                  <a:tcPr marL="0" marR="0" marT="0" marB="0" anchor="ctr">
                    <a:lnL w="9525"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Sequential phases</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Clear structure</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Inflexible to changes</a:t>
                      </a:r>
                    </a:p>
                  </a:txBody>
                  <a:tcPr marL="0" marR="0" marT="0" marB="0" anchor="ctr">
                    <a:lnL w="635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76860">
                <a:tc>
                  <a:txBody>
                    <a:bodyPr/>
                    <a:lstStyle/>
                    <a:p>
                      <a:pPr marL="0" indent="0"/>
                      <a:r>
                        <a:rPr sz="1800" b="0">
                          <a:latin typeface="Times New Roman" panose="02020603050405020304" pitchFamily="18" charset="0"/>
                          <a:cs typeface="Times New Roman" panose="02020603050405020304" pitchFamily="18" charset="0"/>
                        </a:rPr>
                        <a:t>Agile</a:t>
                      </a:r>
                    </a:p>
                  </a:txBody>
                  <a:tcPr marL="0" marR="0" marT="0" marB="0" anchor="ctr">
                    <a:lnL w="9525"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Iterative, incremental</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Flexible, fast results</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Scope creep risk</a:t>
                      </a:r>
                    </a:p>
                  </a:txBody>
                  <a:tcPr marL="0" marR="0" marT="0" marB="0" anchor="ctr">
                    <a:lnL w="635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76860">
                <a:tc>
                  <a:txBody>
                    <a:bodyPr/>
                    <a:lstStyle/>
                    <a:p>
                      <a:pPr marL="0" indent="0"/>
                      <a:r>
                        <a:rPr sz="1800" b="0">
                          <a:latin typeface="Times New Roman" panose="02020603050405020304" pitchFamily="18" charset="0"/>
                          <a:cs typeface="Times New Roman" panose="02020603050405020304" pitchFamily="18" charset="0"/>
                        </a:rPr>
                        <a:t>Scrum</a:t>
                      </a:r>
                    </a:p>
                  </a:txBody>
                  <a:tcPr marL="0" marR="0" marT="0" marB="0" anchor="ctr">
                    <a:lnL w="9525"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Sprint-based (2-4 weeks)</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Organized process</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Overhead for small teams</a:t>
                      </a:r>
                    </a:p>
                  </a:txBody>
                  <a:tcPr marL="0" marR="0" marT="0" marB="0" anchor="ctr">
                    <a:lnL w="635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76860">
                <a:tc>
                  <a:txBody>
                    <a:bodyPr/>
                    <a:lstStyle/>
                    <a:p>
                      <a:pPr marL="0" indent="0"/>
                      <a:r>
                        <a:rPr sz="1800" b="0">
                          <a:latin typeface="Times New Roman" panose="02020603050405020304" pitchFamily="18" charset="0"/>
                          <a:cs typeface="Times New Roman" panose="02020603050405020304" pitchFamily="18" charset="0"/>
                        </a:rPr>
                        <a:t>Spiral</a:t>
                      </a:r>
                    </a:p>
                  </a:txBody>
                  <a:tcPr marL="0" marR="0" marT="0" marB="0" anchor="ctr">
                    <a:lnL w="9525"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Risk-driven</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Risk management</a:t>
                      </a:r>
                    </a:p>
                  </a:txBody>
                  <a:tcPr marL="0" marR="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0" indent="0"/>
                      <a:r>
                        <a:rPr sz="1800">
                          <a:latin typeface="Times New Roman" panose="02020603050405020304" pitchFamily="18" charset="0"/>
                          <a:cs typeface="Times New Roman" panose="02020603050405020304" pitchFamily="18" charset="0"/>
                        </a:rPr>
                        <a:t>Complex, costly</a:t>
                      </a:r>
                    </a:p>
                  </a:txBody>
                  <a:tcPr marL="0" marR="0" marT="0" marB="0" anchor="ctr">
                    <a:lnL w="635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bl>
          </a:graphicData>
        </a:graphic>
      </p:graphicFrame>
      <p:sp>
        <p:nvSpPr>
          <p:cNvPr id="4" name="Текстовое поле 3"/>
          <p:cNvSpPr txBox="1"/>
          <p:nvPr/>
        </p:nvSpPr>
        <p:spPr>
          <a:xfrm>
            <a:off x="661035" y="3716020"/>
            <a:ext cx="8196580" cy="1938020"/>
          </a:xfrm>
          <a:prstGeom prst="rect">
            <a:avLst/>
          </a:prstGeom>
        </p:spPr>
        <p:txBody>
          <a:bodyPr wrap="square">
            <a:spAutoFit/>
          </a:bodyPr>
          <a:lstStyle/>
          <a:p>
            <a:pPr marL="0" indent="0">
              <a:spcBef>
                <a:spcPct val="0"/>
              </a:spcBef>
              <a:spcAft>
                <a:spcPct val="0"/>
              </a:spcAft>
            </a:pPr>
            <a:r>
              <a:rPr sz="2000" b="0" i="0">
                <a:solidFill>
                  <a:schemeClr val="tx1"/>
                </a:solidFill>
                <a:latin typeface="Times New Roman" panose="02020603050405020304" pitchFamily="18" charset="0"/>
                <a:ea typeface="Segoe WPC"/>
                <a:cs typeface="Times New Roman" panose="02020603050405020304" pitchFamily="18" charset="0"/>
              </a:rPr>
              <a:t>Why Agile was chosen:</a:t>
            </a:r>
          </a:p>
          <a:p>
            <a:pPr marL="0" indent="0">
              <a:buFont typeface="Arial" panose="020B0604020202020204"/>
              <a:buChar char="•"/>
            </a:pPr>
            <a:r>
              <a:rPr sz="2000" b="0" i="0">
                <a:solidFill>
                  <a:schemeClr val="tx1"/>
                </a:solidFill>
                <a:latin typeface="Times New Roman" panose="02020603050405020304" pitchFamily="18" charset="0"/>
                <a:ea typeface="Segoe WPC"/>
                <a:cs typeface="Times New Roman" panose="02020603050405020304" pitchFamily="18" charset="0"/>
              </a:rPr>
              <a:t>The project was developed in 5 iterations: Architecture → Data Layer → UI/UX → Advanced Features → Final Polish</a:t>
            </a:r>
          </a:p>
          <a:p>
            <a:pPr marL="0" indent="0">
              <a:buFont typeface="Arial" panose="020B0604020202020204"/>
              <a:buChar char="•"/>
            </a:pPr>
            <a:r>
              <a:rPr sz="2000" b="0" i="0">
                <a:solidFill>
                  <a:schemeClr val="tx1"/>
                </a:solidFill>
                <a:latin typeface="Times New Roman" panose="02020603050405020304" pitchFamily="18" charset="0"/>
                <a:ea typeface="Segoe WPC"/>
                <a:cs typeface="Times New Roman" panose="02020603050405020304" pitchFamily="18" charset="0"/>
              </a:rPr>
              <a:t>Requirements changed during development (offline mode, weather, border guide) — Agile adapted seamlessly</a:t>
            </a:r>
          </a:p>
          <a:p>
            <a:pPr marL="0" indent="0">
              <a:buFont typeface="Arial" panose="020B0604020202020204"/>
              <a:buChar char="•"/>
            </a:pPr>
            <a:r>
              <a:rPr sz="2000" b="0" i="0">
                <a:solidFill>
                  <a:schemeClr val="tx1"/>
                </a:solidFill>
                <a:latin typeface="Times New Roman" panose="02020603050405020304" pitchFamily="18" charset="0"/>
                <a:ea typeface="Segoe WPC"/>
                <a:cs typeface="Times New Roman" panose="02020603050405020304" pitchFamily="18" charset="0"/>
              </a:rPr>
              <a:t>Lightweight process ideal for a solo developer</a:t>
            </a:r>
          </a:p>
        </p:txBody>
      </p:sp>
      <p:pic>
        <p:nvPicPr>
          <p:cNvPr id="7" name="Изображение 6"/>
          <p:cNvPicPr>
            <a:picLocks noChangeAspect="1"/>
          </p:cNvPicPr>
          <p:nvPr/>
        </p:nvPicPr>
        <p:blipFill>
          <a:blip r:embed="rId5"/>
          <a:stretch>
            <a:fillRect/>
          </a:stretch>
        </p:blipFill>
        <p:spPr>
          <a:xfrm>
            <a:off x="9368790" y="1969770"/>
            <a:ext cx="2381885" cy="46113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2"/>
          <p:cNvPicPr/>
          <p:nvPr/>
        </p:nvPicPr>
        <p:blipFill>
          <a:blip r:embed="rId2" cstate="print"/>
          <a:stretch>
            <a:fillRect/>
          </a:stretch>
        </p:blipFill>
        <p:spPr>
          <a:xfrm>
            <a:off x="0" y="1"/>
            <a:ext cx="12192000" cy="6858000"/>
          </a:xfrm>
          <a:prstGeom prst="rect">
            <a:avLst/>
          </a:prstGeom>
        </p:spPr>
      </p:pic>
      <p:pic>
        <p:nvPicPr>
          <p:cNvPr id="5" name="Picture 4" descr="A logo with blue letters&#10;&#10;AI-generated content may be incorrect."/>
          <p:cNvPicPr>
            <a:picLocks noChangeAspect="1"/>
          </p:cNvPicPr>
          <p:nvPr/>
        </p:nvPicPr>
        <p:blipFill>
          <a:blip r:embed="rId3"/>
          <a:stretch>
            <a:fillRect/>
          </a:stretch>
        </p:blipFill>
        <p:spPr>
          <a:xfrm>
            <a:off x="0" y="0"/>
            <a:ext cx="3079895" cy="1517301"/>
          </a:xfrm>
          <a:prstGeom prst="rect">
            <a:avLst/>
          </a:prstGeom>
        </p:spPr>
      </p:pic>
      <p:sp>
        <p:nvSpPr>
          <p:cNvPr id="2" name="Rectangle 2"/>
          <p:cNvSpPr>
            <a:spLocks noGrp="1" noChangeArrowheads="1"/>
          </p:cNvSpPr>
          <p:nvPr>
            <p:ph type="title"/>
          </p:nvPr>
        </p:nvSpPr>
        <p:spPr>
          <a:xfrm>
            <a:off x="3521147" y="263349"/>
            <a:ext cx="8229600" cy="1706127"/>
          </a:xfrm>
        </p:spPr>
        <p:txBody>
          <a:bodyPr>
            <a:normAutofit/>
          </a:bodyPr>
          <a:lstStyle/>
          <a:p>
            <a:pPr>
              <a:defRPr/>
            </a:pPr>
            <a:r>
              <a:rPr lang="en-GB" dirty="0"/>
              <a:t>General Conclusion</a:t>
            </a:r>
            <a:endParaRPr lang="en-US" dirty="0"/>
          </a:p>
        </p:txBody>
      </p:sp>
      <p:pic>
        <p:nvPicPr>
          <p:cNvPr id="4" name="Изображение 3"/>
          <p:cNvPicPr>
            <a:picLocks noChangeAspect="1"/>
          </p:cNvPicPr>
          <p:nvPr/>
        </p:nvPicPr>
        <p:blipFill>
          <a:blip r:embed="rId4"/>
          <a:stretch>
            <a:fillRect/>
          </a:stretch>
        </p:blipFill>
        <p:spPr>
          <a:xfrm>
            <a:off x="1057275" y="1517015"/>
            <a:ext cx="10453370" cy="49383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12192000" cy="6858000"/>
          </a:xfrm>
          <a:prstGeom prst="rect">
            <a:avLst/>
          </a:prstGeom>
        </p:spPr>
      </p:pic>
      <p:sp>
        <p:nvSpPr>
          <p:cNvPr id="3" name="object 2"/>
          <p:cNvSpPr/>
          <p:nvPr/>
        </p:nvSpPr>
        <p:spPr>
          <a:xfrm>
            <a:off x="3357051" y="4961546"/>
            <a:ext cx="897467" cy="1008303"/>
          </a:xfrm>
          <a:custGeom>
            <a:avLst/>
            <a:gdLst/>
            <a:ahLst/>
            <a:cxnLst/>
            <a:rect l="l" t="t" r="r" b="b"/>
            <a:pathLst>
              <a:path w="1480820" h="1663700">
                <a:moveTo>
                  <a:pt x="1480519" y="0"/>
                </a:moveTo>
                <a:lnTo>
                  <a:pt x="1019924" y="0"/>
                </a:lnTo>
                <a:lnTo>
                  <a:pt x="1019924" y="80393"/>
                </a:lnTo>
                <a:lnTo>
                  <a:pt x="1043107" y="87568"/>
                </a:lnTo>
                <a:lnTo>
                  <a:pt x="1062715" y="94431"/>
                </a:lnTo>
                <a:lnTo>
                  <a:pt x="1101323" y="113706"/>
                </a:lnTo>
                <a:lnTo>
                  <a:pt x="1131286" y="147898"/>
                </a:lnTo>
                <a:lnTo>
                  <a:pt x="1144215" y="191325"/>
                </a:lnTo>
                <a:lnTo>
                  <a:pt x="1148772" y="237619"/>
                </a:lnTo>
                <a:lnTo>
                  <a:pt x="1150298" y="305827"/>
                </a:lnTo>
                <a:lnTo>
                  <a:pt x="1150377" y="585249"/>
                </a:lnTo>
                <a:lnTo>
                  <a:pt x="1151010" y="688809"/>
                </a:lnTo>
                <a:lnTo>
                  <a:pt x="1152278" y="789834"/>
                </a:lnTo>
                <a:lnTo>
                  <a:pt x="1154179" y="888324"/>
                </a:lnTo>
                <a:lnTo>
                  <a:pt x="1156714" y="984278"/>
                </a:lnTo>
                <a:lnTo>
                  <a:pt x="1159884" y="1077695"/>
                </a:lnTo>
                <a:lnTo>
                  <a:pt x="1163688" y="1168577"/>
                </a:lnTo>
                <a:lnTo>
                  <a:pt x="1144215" y="1168577"/>
                </a:lnTo>
                <a:lnTo>
                  <a:pt x="493520" y="0"/>
                </a:lnTo>
                <a:lnTo>
                  <a:pt x="0" y="0"/>
                </a:lnTo>
                <a:lnTo>
                  <a:pt x="0" y="80393"/>
                </a:lnTo>
                <a:lnTo>
                  <a:pt x="29824" y="89331"/>
                </a:lnTo>
                <a:lnTo>
                  <a:pt x="54692" y="99009"/>
                </a:lnTo>
                <a:lnTo>
                  <a:pt x="89574" y="120647"/>
                </a:lnTo>
                <a:lnTo>
                  <a:pt x="117438" y="161867"/>
                </a:lnTo>
                <a:lnTo>
                  <a:pt x="125939" y="199426"/>
                </a:lnTo>
                <a:lnTo>
                  <a:pt x="129908" y="262474"/>
                </a:lnTo>
                <a:lnTo>
                  <a:pt x="130404" y="304634"/>
                </a:lnTo>
                <a:lnTo>
                  <a:pt x="130404" y="1358646"/>
                </a:lnTo>
                <a:lnTo>
                  <a:pt x="129486" y="1411066"/>
                </a:lnTo>
                <a:lnTo>
                  <a:pt x="126730" y="1453718"/>
                </a:lnTo>
                <a:lnTo>
                  <a:pt x="116100" y="1503189"/>
                </a:lnTo>
                <a:lnTo>
                  <a:pt x="94136" y="1538874"/>
                </a:lnTo>
                <a:lnTo>
                  <a:pt x="57005" y="1563208"/>
                </a:lnTo>
                <a:lnTo>
                  <a:pt x="0" y="1582898"/>
                </a:lnTo>
                <a:lnTo>
                  <a:pt x="0" y="1663291"/>
                </a:lnTo>
                <a:lnTo>
                  <a:pt x="460594" y="1663291"/>
                </a:lnTo>
                <a:lnTo>
                  <a:pt x="460594" y="1582898"/>
                </a:lnTo>
                <a:lnTo>
                  <a:pt x="430323" y="1574097"/>
                </a:lnTo>
                <a:lnTo>
                  <a:pt x="405309" y="1564760"/>
                </a:lnTo>
                <a:lnTo>
                  <a:pt x="371051" y="1544455"/>
                </a:lnTo>
                <a:lnTo>
                  <a:pt x="343635" y="1503924"/>
                </a:lnTo>
                <a:lnTo>
                  <a:pt x="334147" y="1464893"/>
                </a:lnTo>
                <a:lnTo>
                  <a:pt x="329576" y="1400927"/>
                </a:lnTo>
                <a:lnTo>
                  <a:pt x="329006" y="1358646"/>
                </a:lnTo>
                <a:lnTo>
                  <a:pt x="328905" y="913581"/>
                </a:lnTo>
                <a:lnTo>
                  <a:pt x="328098" y="809623"/>
                </a:lnTo>
                <a:lnTo>
                  <a:pt x="326486" y="707589"/>
                </a:lnTo>
                <a:lnTo>
                  <a:pt x="325378" y="657294"/>
                </a:lnTo>
                <a:lnTo>
                  <a:pt x="324069" y="607482"/>
                </a:lnTo>
                <a:lnTo>
                  <a:pt x="322560" y="558152"/>
                </a:lnTo>
                <a:lnTo>
                  <a:pt x="320850" y="509306"/>
                </a:lnTo>
                <a:lnTo>
                  <a:pt x="318940" y="460943"/>
                </a:lnTo>
                <a:lnTo>
                  <a:pt x="316830" y="413064"/>
                </a:lnTo>
                <a:lnTo>
                  <a:pt x="327781" y="413064"/>
                </a:lnTo>
                <a:lnTo>
                  <a:pt x="362497" y="482503"/>
                </a:lnTo>
                <a:lnTo>
                  <a:pt x="383434" y="522295"/>
                </a:lnTo>
                <a:lnTo>
                  <a:pt x="406758" y="565469"/>
                </a:lnTo>
                <a:lnTo>
                  <a:pt x="432472" y="612021"/>
                </a:lnTo>
                <a:lnTo>
                  <a:pt x="460576" y="661952"/>
                </a:lnTo>
                <a:lnTo>
                  <a:pt x="491070" y="715259"/>
                </a:lnTo>
                <a:lnTo>
                  <a:pt x="1039397" y="1663291"/>
                </a:lnTo>
                <a:lnTo>
                  <a:pt x="1348931" y="1663291"/>
                </a:lnTo>
                <a:lnTo>
                  <a:pt x="1348931" y="305827"/>
                </a:lnTo>
                <a:lnTo>
                  <a:pt x="1349385" y="269926"/>
                </a:lnTo>
                <a:lnTo>
                  <a:pt x="1353034" y="212957"/>
                </a:lnTo>
                <a:lnTo>
                  <a:pt x="1360304" y="174516"/>
                </a:lnTo>
                <a:lnTo>
                  <a:pt x="1377554" y="136456"/>
                </a:lnTo>
                <a:lnTo>
                  <a:pt x="1411673" y="107236"/>
                </a:lnTo>
                <a:lnTo>
                  <a:pt x="1457943" y="88016"/>
                </a:lnTo>
                <a:lnTo>
                  <a:pt x="1480519" y="80393"/>
                </a:lnTo>
                <a:lnTo>
                  <a:pt x="1480519" y="0"/>
                </a:lnTo>
                <a:close/>
              </a:path>
            </a:pathLst>
          </a:custGeom>
          <a:solidFill>
            <a:srgbClr val="1A2F59"/>
          </a:solidFill>
        </p:spPr>
        <p:txBody>
          <a:bodyPr wrap="square" lIns="0" tIns="0" rIns="0" bIns="0" rtlCol="0"/>
          <a:lstStyle/>
          <a:p>
            <a:endParaRPr sz="1090"/>
          </a:p>
        </p:txBody>
      </p:sp>
      <p:sp>
        <p:nvSpPr>
          <p:cNvPr id="4" name="object 3"/>
          <p:cNvSpPr/>
          <p:nvPr/>
        </p:nvSpPr>
        <p:spPr>
          <a:xfrm>
            <a:off x="4377508" y="4961550"/>
            <a:ext cx="912091" cy="1020233"/>
          </a:xfrm>
          <a:custGeom>
            <a:avLst/>
            <a:gdLst/>
            <a:ahLst/>
            <a:cxnLst/>
            <a:rect l="l" t="t" r="r" b="b"/>
            <a:pathLst>
              <a:path w="1504950" h="1683385">
                <a:moveTo>
                  <a:pt x="1504860" y="0"/>
                </a:moveTo>
                <a:lnTo>
                  <a:pt x="968730" y="0"/>
                </a:lnTo>
                <a:lnTo>
                  <a:pt x="968730" y="80393"/>
                </a:lnTo>
                <a:lnTo>
                  <a:pt x="999486" y="89782"/>
                </a:lnTo>
                <a:lnTo>
                  <a:pt x="1024765" y="99621"/>
                </a:lnTo>
                <a:lnTo>
                  <a:pt x="1058901" y="120647"/>
                </a:lnTo>
                <a:lnTo>
                  <a:pt x="1085042" y="161413"/>
                </a:lnTo>
                <a:lnTo>
                  <a:pt x="1093426" y="199951"/>
                </a:lnTo>
                <a:lnTo>
                  <a:pt x="1097382" y="263615"/>
                </a:lnTo>
                <a:lnTo>
                  <a:pt x="1097878" y="305827"/>
                </a:lnTo>
                <a:lnTo>
                  <a:pt x="1097878" y="1083284"/>
                </a:lnTo>
                <a:lnTo>
                  <a:pt x="1096878" y="1150914"/>
                </a:lnTo>
                <a:lnTo>
                  <a:pt x="1093879" y="1211475"/>
                </a:lnTo>
                <a:lnTo>
                  <a:pt x="1088880" y="1264967"/>
                </a:lnTo>
                <a:lnTo>
                  <a:pt x="1081883" y="1311390"/>
                </a:lnTo>
                <a:lnTo>
                  <a:pt x="1072888" y="1350742"/>
                </a:lnTo>
                <a:lnTo>
                  <a:pt x="1058150" y="1393042"/>
                </a:lnTo>
                <a:lnTo>
                  <a:pt x="1038923" y="1430397"/>
                </a:lnTo>
                <a:lnTo>
                  <a:pt x="1015209" y="1462806"/>
                </a:lnTo>
                <a:lnTo>
                  <a:pt x="987009" y="1490266"/>
                </a:lnTo>
                <a:lnTo>
                  <a:pt x="952569" y="1512125"/>
                </a:lnTo>
                <a:lnTo>
                  <a:pt x="910221" y="1527726"/>
                </a:lnTo>
                <a:lnTo>
                  <a:pt x="859956" y="1537079"/>
                </a:lnTo>
                <a:lnTo>
                  <a:pt x="801766" y="1540194"/>
                </a:lnTo>
                <a:lnTo>
                  <a:pt x="758734" y="1538295"/>
                </a:lnTo>
                <a:lnTo>
                  <a:pt x="719823" y="1532594"/>
                </a:lnTo>
                <a:lnTo>
                  <a:pt x="654338" y="1509770"/>
                </a:lnTo>
                <a:lnTo>
                  <a:pt x="603303" y="1472756"/>
                </a:lnTo>
                <a:lnTo>
                  <a:pt x="564784" y="1422613"/>
                </a:lnTo>
                <a:lnTo>
                  <a:pt x="537501" y="1360344"/>
                </a:lnTo>
                <a:lnTo>
                  <a:pt x="520300" y="1286775"/>
                </a:lnTo>
                <a:lnTo>
                  <a:pt x="514963" y="1246097"/>
                </a:lnTo>
                <a:lnTo>
                  <a:pt x="511151" y="1203292"/>
                </a:lnTo>
                <a:lnTo>
                  <a:pt x="508865" y="1158365"/>
                </a:lnTo>
                <a:lnTo>
                  <a:pt x="508104" y="1111321"/>
                </a:lnTo>
                <a:lnTo>
                  <a:pt x="508104" y="307084"/>
                </a:lnTo>
                <a:lnTo>
                  <a:pt x="509323" y="247072"/>
                </a:lnTo>
                <a:lnTo>
                  <a:pt x="512993" y="203480"/>
                </a:lnTo>
                <a:lnTo>
                  <a:pt x="524411" y="158030"/>
                </a:lnTo>
                <a:lnTo>
                  <a:pt x="545116" y="125976"/>
                </a:lnTo>
                <a:lnTo>
                  <a:pt x="579516" y="101562"/>
                </a:lnTo>
                <a:lnTo>
                  <a:pt x="616378" y="87236"/>
                </a:lnTo>
                <a:lnTo>
                  <a:pt x="639723" y="80393"/>
                </a:lnTo>
                <a:lnTo>
                  <a:pt x="639723" y="0"/>
                </a:lnTo>
                <a:lnTo>
                  <a:pt x="0" y="0"/>
                </a:lnTo>
                <a:lnTo>
                  <a:pt x="0" y="80393"/>
                </a:lnTo>
                <a:lnTo>
                  <a:pt x="21881" y="86680"/>
                </a:lnTo>
                <a:lnTo>
                  <a:pt x="41259" y="93354"/>
                </a:lnTo>
                <a:lnTo>
                  <a:pt x="84755" y="116029"/>
                </a:lnTo>
                <a:lnTo>
                  <a:pt x="111497" y="147427"/>
                </a:lnTo>
                <a:lnTo>
                  <a:pt x="125196" y="192238"/>
                </a:lnTo>
                <a:lnTo>
                  <a:pt x="128659" y="231449"/>
                </a:lnTo>
                <a:lnTo>
                  <a:pt x="130181" y="279575"/>
                </a:lnTo>
                <a:lnTo>
                  <a:pt x="130373" y="307084"/>
                </a:lnTo>
                <a:lnTo>
                  <a:pt x="130373" y="1095449"/>
                </a:lnTo>
                <a:lnTo>
                  <a:pt x="131809" y="1158387"/>
                </a:lnTo>
                <a:lnTo>
                  <a:pt x="136119" y="1216535"/>
                </a:lnTo>
                <a:lnTo>
                  <a:pt x="143304" y="1269897"/>
                </a:lnTo>
                <a:lnTo>
                  <a:pt x="153365" y="1318477"/>
                </a:lnTo>
                <a:lnTo>
                  <a:pt x="166304" y="1362279"/>
                </a:lnTo>
                <a:lnTo>
                  <a:pt x="186718" y="1412144"/>
                </a:lnTo>
                <a:lnTo>
                  <a:pt x="212010" y="1458111"/>
                </a:lnTo>
                <a:lnTo>
                  <a:pt x="242174" y="1500185"/>
                </a:lnTo>
                <a:lnTo>
                  <a:pt x="277204" y="1538372"/>
                </a:lnTo>
                <a:lnTo>
                  <a:pt x="317449" y="1572336"/>
                </a:lnTo>
                <a:lnTo>
                  <a:pt x="363260" y="1601737"/>
                </a:lnTo>
                <a:lnTo>
                  <a:pt x="414636" y="1626577"/>
                </a:lnTo>
                <a:lnTo>
                  <a:pt x="471576" y="1646854"/>
                </a:lnTo>
                <a:lnTo>
                  <a:pt x="512865" y="1657826"/>
                </a:lnTo>
                <a:lnTo>
                  <a:pt x="557135" y="1666806"/>
                </a:lnTo>
                <a:lnTo>
                  <a:pt x="604384" y="1673794"/>
                </a:lnTo>
                <a:lnTo>
                  <a:pt x="654614" y="1678788"/>
                </a:lnTo>
                <a:lnTo>
                  <a:pt x="707824" y="1681785"/>
                </a:lnTo>
                <a:lnTo>
                  <a:pt x="764014" y="1682785"/>
                </a:lnTo>
                <a:lnTo>
                  <a:pt x="821658" y="1681643"/>
                </a:lnTo>
                <a:lnTo>
                  <a:pt x="876416" y="1678215"/>
                </a:lnTo>
                <a:lnTo>
                  <a:pt x="928282" y="1672494"/>
                </a:lnTo>
                <a:lnTo>
                  <a:pt x="977252" y="1664474"/>
                </a:lnTo>
                <a:lnTo>
                  <a:pt x="1023596" y="1653825"/>
                </a:lnTo>
                <a:lnTo>
                  <a:pt x="1067576" y="1640127"/>
                </a:lnTo>
                <a:lnTo>
                  <a:pt x="1109195" y="1623379"/>
                </a:lnTo>
                <a:lnTo>
                  <a:pt x="1148455" y="1603585"/>
                </a:lnTo>
                <a:lnTo>
                  <a:pt x="1184970" y="1580586"/>
                </a:lnTo>
                <a:lnTo>
                  <a:pt x="1218365" y="1554235"/>
                </a:lnTo>
                <a:lnTo>
                  <a:pt x="1248637" y="1524529"/>
                </a:lnTo>
                <a:lnTo>
                  <a:pt x="1275782" y="1491459"/>
                </a:lnTo>
                <a:lnTo>
                  <a:pt x="1299696" y="1454727"/>
                </a:lnTo>
                <a:lnTo>
                  <a:pt x="1320260" y="1413946"/>
                </a:lnTo>
                <a:lnTo>
                  <a:pt x="1337476" y="1369124"/>
                </a:lnTo>
                <a:lnTo>
                  <a:pt x="1351349" y="1320266"/>
                </a:lnTo>
                <a:lnTo>
                  <a:pt x="1360114" y="1277596"/>
                </a:lnTo>
                <a:lnTo>
                  <a:pt x="1366935" y="1230980"/>
                </a:lnTo>
                <a:lnTo>
                  <a:pt x="1371809" y="1180415"/>
                </a:lnTo>
                <a:lnTo>
                  <a:pt x="1374735" y="1125898"/>
                </a:lnTo>
                <a:lnTo>
                  <a:pt x="1375711" y="1067423"/>
                </a:lnTo>
                <a:lnTo>
                  <a:pt x="1375711" y="305827"/>
                </a:lnTo>
                <a:lnTo>
                  <a:pt x="1375941" y="277838"/>
                </a:lnTo>
                <a:lnTo>
                  <a:pt x="1377774" y="229414"/>
                </a:lnTo>
                <a:lnTo>
                  <a:pt x="1381802" y="190596"/>
                </a:lnTo>
                <a:lnTo>
                  <a:pt x="1396430" y="145606"/>
                </a:lnTo>
                <a:lnTo>
                  <a:pt x="1423378" y="114308"/>
                </a:lnTo>
                <a:lnTo>
                  <a:pt x="1465571" y="93048"/>
                </a:lnTo>
                <a:lnTo>
                  <a:pt x="1504860" y="80393"/>
                </a:lnTo>
                <a:lnTo>
                  <a:pt x="1504860" y="0"/>
                </a:lnTo>
                <a:close/>
              </a:path>
            </a:pathLst>
          </a:custGeom>
          <a:solidFill>
            <a:srgbClr val="1A2F59"/>
          </a:solidFill>
        </p:spPr>
        <p:txBody>
          <a:bodyPr wrap="square" lIns="0" tIns="0" rIns="0" bIns="0" rtlCol="0"/>
          <a:lstStyle/>
          <a:p>
            <a:endParaRPr sz="1090"/>
          </a:p>
        </p:txBody>
      </p:sp>
      <p:sp>
        <p:nvSpPr>
          <p:cNvPr id="5" name="object 4"/>
          <p:cNvSpPr/>
          <p:nvPr/>
        </p:nvSpPr>
        <p:spPr>
          <a:xfrm>
            <a:off x="2305070" y="4961544"/>
            <a:ext cx="932103" cy="1008303"/>
          </a:xfrm>
          <a:custGeom>
            <a:avLst/>
            <a:gdLst/>
            <a:ahLst/>
            <a:cxnLst/>
            <a:rect l="l" t="t" r="r" b="b"/>
            <a:pathLst>
              <a:path w="1537970" h="1663700">
                <a:moveTo>
                  <a:pt x="710390" y="0"/>
                </a:moveTo>
                <a:lnTo>
                  <a:pt x="0" y="0"/>
                </a:lnTo>
                <a:lnTo>
                  <a:pt x="0" y="80403"/>
                </a:lnTo>
                <a:lnTo>
                  <a:pt x="21879" y="86690"/>
                </a:lnTo>
                <a:lnTo>
                  <a:pt x="41254" y="93364"/>
                </a:lnTo>
                <a:lnTo>
                  <a:pt x="84746" y="116035"/>
                </a:lnTo>
                <a:lnTo>
                  <a:pt x="111487" y="147438"/>
                </a:lnTo>
                <a:lnTo>
                  <a:pt x="125186" y="192248"/>
                </a:lnTo>
                <a:lnTo>
                  <a:pt x="128653" y="231459"/>
                </a:lnTo>
                <a:lnTo>
                  <a:pt x="130172" y="279581"/>
                </a:lnTo>
                <a:lnTo>
                  <a:pt x="130363" y="1357463"/>
                </a:lnTo>
                <a:lnTo>
                  <a:pt x="130234" y="1373261"/>
                </a:lnTo>
                <a:lnTo>
                  <a:pt x="130135" y="1385423"/>
                </a:lnTo>
                <a:lnTo>
                  <a:pt x="128318" y="1433837"/>
                </a:lnTo>
                <a:lnTo>
                  <a:pt x="124323" y="1472668"/>
                </a:lnTo>
                <a:lnTo>
                  <a:pt x="110272" y="1517685"/>
                </a:lnTo>
                <a:lnTo>
                  <a:pt x="83522" y="1549001"/>
                </a:lnTo>
                <a:lnTo>
                  <a:pt x="40355" y="1570238"/>
                </a:lnTo>
                <a:lnTo>
                  <a:pt x="0" y="1582898"/>
                </a:lnTo>
                <a:lnTo>
                  <a:pt x="0" y="1663291"/>
                </a:lnTo>
                <a:lnTo>
                  <a:pt x="639723" y="1663291"/>
                </a:lnTo>
                <a:lnTo>
                  <a:pt x="639723" y="1582898"/>
                </a:lnTo>
                <a:lnTo>
                  <a:pt x="609510" y="1574091"/>
                </a:lnTo>
                <a:lnTo>
                  <a:pt x="584271" y="1564611"/>
                </a:lnTo>
                <a:lnTo>
                  <a:pt x="549541" y="1543889"/>
                </a:lnTo>
                <a:lnTo>
                  <a:pt x="521894" y="1502765"/>
                </a:lnTo>
                <a:lnTo>
                  <a:pt x="512926" y="1463671"/>
                </a:lnTo>
                <a:lnTo>
                  <a:pt x="508712" y="1400901"/>
                </a:lnTo>
                <a:lnTo>
                  <a:pt x="508125" y="1357463"/>
                </a:lnTo>
                <a:lnTo>
                  <a:pt x="508125" y="965086"/>
                </a:lnTo>
                <a:lnTo>
                  <a:pt x="1072938" y="965086"/>
                </a:lnTo>
                <a:lnTo>
                  <a:pt x="1065744" y="959458"/>
                </a:lnTo>
                <a:lnTo>
                  <a:pt x="1026483" y="935052"/>
                </a:lnTo>
                <a:lnTo>
                  <a:pt x="983334" y="913923"/>
                </a:lnTo>
                <a:lnTo>
                  <a:pt x="983334" y="901695"/>
                </a:lnTo>
                <a:lnTo>
                  <a:pt x="1040030" y="876314"/>
                </a:lnTo>
                <a:lnTo>
                  <a:pt x="1090716" y="850075"/>
                </a:lnTo>
                <a:lnTo>
                  <a:pt x="1135386" y="822994"/>
                </a:lnTo>
                <a:lnTo>
                  <a:pt x="1136076" y="822495"/>
                </a:lnTo>
                <a:lnTo>
                  <a:pt x="508125" y="822495"/>
                </a:lnTo>
                <a:lnTo>
                  <a:pt x="508125" y="144988"/>
                </a:lnTo>
                <a:lnTo>
                  <a:pt x="529059" y="143934"/>
                </a:lnTo>
                <a:lnTo>
                  <a:pt x="558980" y="143166"/>
                </a:lnTo>
                <a:lnTo>
                  <a:pt x="591694" y="142772"/>
                </a:lnTo>
                <a:lnTo>
                  <a:pt x="575368" y="142772"/>
                </a:lnTo>
                <a:lnTo>
                  <a:pt x="1214596" y="142538"/>
                </a:lnTo>
                <a:lnTo>
                  <a:pt x="1189267" y="120188"/>
                </a:lnTo>
                <a:lnTo>
                  <a:pt x="1161242" y="99812"/>
                </a:lnTo>
                <a:lnTo>
                  <a:pt x="1091453" y="62260"/>
                </a:lnTo>
                <a:lnTo>
                  <a:pt x="1048993" y="45539"/>
                </a:lnTo>
                <a:lnTo>
                  <a:pt x="1003411" y="31494"/>
                </a:lnTo>
                <a:lnTo>
                  <a:pt x="954701" y="20132"/>
                </a:lnTo>
                <a:lnTo>
                  <a:pt x="912764" y="12884"/>
                </a:lnTo>
                <a:lnTo>
                  <a:pt x="867359" y="7247"/>
                </a:lnTo>
                <a:lnTo>
                  <a:pt x="818492" y="3221"/>
                </a:lnTo>
                <a:lnTo>
                  <a:pt x="766167" y="805"/>
                </a:lnTo>
                <a:lnTo>
                  <a:pt x="710390" y="0"/>
                </a:lnTo>
                <a:close/>
              </a:path>
              <a:path w="1537970" h="1663700">
                <a:moveTo>
                  <a:pt x="1072938" y="965086"/>
                </a:moveTo>
                <a:lnTo>
                  <a:pt x="578792" y="965086"/>
                </a:lnTo>
                <a:lnTo>
                  <a:pt x="610124" y="965995"/>
                </a:lnTo>
                <a:lnTo>
                  <a:pt x="637123" y="968727"/>
                </a:lnTo>
                <a:lnTo>
                  <a:pt x="678093" y="979701"/>
                </a:lnTo>
                <a:lnTo>
                  <a:pt x="725512" y="1015347"/>
                </a:lnTo>
                <a:lnTo>
                  <a:pt x="756853" y="1056161"/>
                </a:lnTo>
                <a:lnTo>
                  <a:pt x="793396" y="1121981"/>
                </a:lnTo>
                <a:lnTo>
                  <a:pt x="813952" y="1164944"/>
                </a:lnTo>
                <a:lnTo>
                  <a:pt x="909024" y="1373261"/>
                </a:lnTo>
                <a:lnTo>
                  <a:pt x="934053" y="1426341"/>
                </a:lnTo>
                <a:lnTo>
                  <a:pt x="958343" y="1475538"/>
                </a:lnTo>
                <a:lnTo>
                  <a:pt x="981891" y="1520851"/>
                </a:lnTo>
                <a:lnTo>
                  <a:pt x="1004696" y="1562282"/>
                </a:lnTo>
                <a:lnTo>
                  <a:pt x="1026758" y="1599832"/>
                </a:lnTo>
                <a:lnTo>
                  <a:pt x="1048076" y="1633502"/>
                </a:lnTo>
                <a:lnTo>
                  <a:pt x="1068648" y="1663291"/>
                </a:lnTo>
                <a:lnTo>
                  <a:pt x="1537775" y="1663291"/>
                </a:lnTo>
                <a:lnTo>
                  <a:pt x="1537775" y="1582898"/>
                </a:lnTo>
                <a:lnTo>
                  <a:pt x="1504219" y="1574091"/>
                </a:lnTo>
                <a:lnTo>
                  <a:pt x="1473026" y="1559875"/>
                </a:lnTo>
                <a:lnTo>
                  <a:pt x="1417745" y="1515235"/>
                </a:lnTo>
                <a:lnTo>
                  <a:pt x="1392423" y="1484053"/>
                </a:lnTo>
                <a:lnTo>
                  <a:pt x="1367024" y="1445942"/>
                </a:lnTo>
                <a:lnTo>
                  <a:pt x="1341551" y="1400901"/>
                </a:lnTo>
                <a:lnTo>
                  <a:pt x="1316005" y="1348931"/>
                </a:lnTo>
                <a:lnTo>
                  <a:pt x="1239245" y="1183192"/>
                </a:lnTo>
                <a:lnTo>
                  <a:pt x="1214750" y="1135425"/>
                </a:lnTo>
                <a:lnTo>
                  <a:pt x="1188816" y="1091984"/>
                </a:lnTo>
                <a:lnTo>
                  <a:pt x="1161438" y="1052870"/>
                </a:lnTo>
                <a:lnTo>
                  <a:pt x="1132615" y="1018082"/>
                </a:lnTo>
                <a:lnTo>
                  <a:pt x="1101121" y="987136"/>
                </a:lnTo>
                <a:lnTo>
                  <a:pt x="1072938" y="965086"/>
                </a:lnTo>
                <a:close/>
              </a:path>
              <a:path w="1537970" h="1663700">
                <a:moveTo>
                  <a:pt x="1214596" y="142538"/>
                </a:moveTo>
                <a:lnTo>
                  <a:pt x="645806" y="142538"/>
                </a:lnTo>
                <a:lnTo>
                  <a:pt x="704202" y="145855"/>
                </a:lnTo>
                <a:lnTo>
                  <a:pt x="756550" y="155804"/>
                </a:lnTo>
                <a:lnTo>
                  <a:pt x="802851" y="172386"/>
                </a:lnTo>
                <a:lnTo>
                  <a:pt x="843108" y="195600"/>
                </a:lnTo>
                <a:lnTo>
                  <a:pt x="877323" y="225444"/>
                </a:lnTo>
                <a:lnTo>
                  <a:pt x="905401" y="261909"/>
                </a:lnTo>
                <a:lnTo>
                  <a:pt x="927238" y="304997"/>
                </a:lnTo>
                <a:lnTo>
                  <a:pt x="942833" y="354709"/>
                </a:lnTo>
                <a:lnTo>
                  <a:pt x="952190" y="411048"/>
                </a:lnTo>
                <a:lnTo>
                  <a:pt x="955308" y="474016"/>
                </a:lnTo>
                <a:lnTo>
                  <a:pt x="954552" y="506001"/>
                </a:lnTo>
                <a:lnTo>
                  <a:pt x="951809" y="546519"/>
                </a:lnTo>
                <a:lnTo>
                  <a:pt x="941321" y="612922"/>
                </a:lnTo>
                <a:lnTo>
                  <a:pt x="921505" y="672188"/>
                </a:lnTo>
                <a:lnTo>
                  <a:pt x="890116" y="723226"/>
                </a:lnTo>
                <a:lnTo>
                  <a:pt x="846325" y="764981"/>
                </a:lnTo>
                <a:lnTo>
                  <a:pt x="789590" y="796280"/>
                </a:lnTo>
                <a:lnTo>
                  <a:pt x="717697" y="815956"/>
                </a:lnTo>
                <a:lnTo>
                  <a:pt x="675352" y="820862"/>
                </a:lnTo>
                <a:lnTo>
                  <a:pt x="628741" y="822495"/>
                </a:lnTo>
                <a:lnTo>
                  <a:pt x="1136076" y="822495"/>
                </a:lnTo>
                <a:lnTo>
                  <a:pt x="1174032" y="795087"/>
                </a:lnTo>
                <a:lnTo>
                  <a:pt x="1207852" y="764981"/>
                </a:lnTo>
                <a:lnTo>
                  <a:pt x="1238016" y="731288"/>
                </a:lnTo>
                <a:lnTo>
                  <a:pt x="1264523" y="694001"/>
                </a:lnTo>
                <a:lnTo>
                  <a:pt x="1287372" y="653113"/>
                </a:lnTo>
                <a:lnTo>
                  <a:pt x="1305766" y="608343"/>
                </a:lnTo>
                <a:lnTo>
                  <a:pt x="1318897" y="559306"/>
                </a:lnTo>
                <a:lnTo>
                  <a:pt x="1326772" y="506001"/>
                </a:lnTo>
                <a:lnTo>
                  <a:pt x="1329395" y="448429"/>
                </a:lnTo>
                <a:lnTo>
                  <a:pt x="1327913" y="404137"/>
                </a:lnTo>
                <a:lnTo>
                  <a:pt x="1323463" y="362673"/>
                </a:lnTo>
                <a:lnTo>
                  <a:pt x="1316044" y="324031"/>
                </a:lnTo>
                <a:lnTo>
                  <a:pt x="1292503" y="254856"/>
                </a:lnTo>
                <a:lnTo>
                  <a:pt x="1258688" y="194522"/>
                </a:lnTo>
                <a:lnTo>
                  <a:pt x="1214861" y="142772"/>
                </a:lnTo>
                <a:lnTo>
                  <a:pt x="1214596" y="142538"/>
                </a:lnTo>
                <a:close/>
              </a:path>
            </a:pathLst>
          </a:custGeom>
          <a:solidFill>
            <a:srgbClr val="1B2E59"/>
          </a:solidFill>
        </p:spPr>
        <p:txBody>
          <a:bodyPr wrap="square" lIns="0" tIns="0" rIns="0" bIns="0" rtlCol="0"/>
          <a:lstStyle/>
          <a:p>
            <a:endParaRPr sz="1090"/>
          </a:p>
        </p:txBody>
      </p:sp>
      <p:sp>
        <p:nvSpPr>
          <p:cNvPr id="6" name="object 5"/>
          <p:cNvSpPr/>
          <p:nvPr/>
        </p:nvSpPr>
        <p:spPr>
          <a:xfrm>
            <a:off x="86015" y="6261401"/>
            <a:ext cx="243994" cy="359833"/>
          </a:xfrm>
          <a:custGeom>
            <a:avLst/>
            <a:gdLst/>
            <a:ahLst/>
            <a:cxnLst/>
            <a:rect l="l" t="t" r="r" b="b"/>
            <a:pathLst>
              <a:path w="402589" h="593725">
                <a:moveTo>
                  <a:pt x="181432" y="0"/>
                </a:moveTo>
                <a:lnTo>
                  <a:pt x="0" y="0"/>
                </a:lnTo>
                <a:lnTo>
                  <a:pt x="0" y="593711"/>
                </a:lnTo>
                <a:lnTo>
                  <a:pt x="44295" y="593711"/>
                </a:lnTo>
                <a:lnTo>
                  <a:pt x="44295" y="321091"/>
                </a:lnTo>
                <a:lnTo>
                  <a:pt x="179182" y="321091"/>
                </a:lnTo>
                <a:lnTo>
                  <a:pt x="171517" y="308926"/>
                </a:lnTo>
                <a:lnTo>
                  <a:pt x="213886" y="297033"/>
                </a:lnTo>
                <a:lnTo>
                  <a:pt x="301672" y="297033"/>
                </a:lnTo>
                <a:lnTo>
                  <a:pt x="316579" y="290480"/>
                </a:lnTo>
                <a:lnTo>
                  <a:pt x="322318" y="286135"/>
                </a:lnTo>
                <a:lnTo>
                  <a:pt x="44295" y="286135"/>
                </a:lnTo>
                <a:lnTo>
                  <a:pt x="44295" y="34946"/>
                </a:lnTo>
                <a:lnTo>
                  <a:pt x="329659" y="34946"/>
                </a:lnTo>
                <a:lnTo>
                  <a:pt x="316579" y="25953"/>
                </a:lnTo>
                <a:lnTo>
                  <a:pt x="278000" y="11219"/>
                </a:lnTo>
                <a:lnTo>
                  <a:pt x="232723" y="2726"/>
                </a:lnTo>
                <a:lnTo>
                  <a:pt x="181432" y="0"/>
                </a:lnTo>
                <a:close/>
              </a:path>
              <a:path w="402589" h="593725">
                <a:moveTo>
                  <a:pt x="213886" y="297033"/>
                </a:moveTo>
                <a:lnTo>
                  <a:pt x="171517" y="308926"/>
                </a:lnTo>
                <a:lnTo>
                  <a:pt x="350939" y="593711"/>
                </a:lnTo>
                <a:lnTo>
                  <a:pt x="402364" y="593711"/>
                </a:lnTo>
                <a:lnTo>
                  <a:pt x="229170" y="321091"/>
                </a:lnTo>
                <a:lnTo>
                  <a:pt x="181432" y="321091"/>
                </a:lnTo>
                <a:lnTo>
                  <a:pt x="227228" y="318033"/>
                </a:lnTo>
                <a:lnTo>
                  <a:pt x="213886" y="297033"/>
                </a:lnTo>
                <a:close/>
              </a:path>
              <a:path w="402589" h="593725">
                <a:moveTo>
                  <a:pt x="227228" y="318033"/>
                </a:moveTo>
                <a:lnTo>
                  <a:pt x="181432" y="321091"/>
                </a:lnTo>
                <a:lnTo>
                  <a:pt x="229170" y="321091"/>
                </a:lnTo>
                <a:lnTo>
                  <a:pt x="227228" y="318033"/>
                </a:lnTo>
                <a:close/>
              </a:path>
              <a:path w="402589" h="593725">
                <a:moveTo>
                  <a:pt x="301672" y="297033"/>
                </a:moveTo>
                <a:lnTo>
                  <a:pt x="213886" y="297033"/>
                </a:lnTo>
                <a:lnTo>
                  <a:pt x="227228" y="318033"/>
                </a:lnTo>
                <a:lnTo>
                  <a:pt x="232723" y="317666"/>
                </a:lnTo>
                <a:lnTo>
                  <a:pt x="278000" y="307439"/>
                </a:lnTo>
                <a:lnTo>
                  <a:pt x="301672" y="297033"/>
                </a:lnTo>
                <a:close/>
              </a:path>
              <a:path w="402589" h="593725">
                <a:moveTo>
                  <a:pt x="329659" y="34946"/>
                </a:moveTo>
                <a:lnTo>
                  <a:pt x="169884" y="34946"/>
                </a:lnTo>
                <a:lnTo>
                  <a:pt x="231173" y="39034"/>
                </a:lnTo>
                <a:lnTo>
                  <a:pt x="279889" y="52083"/>
                </a:lnTo>
                <a:lnTo>
                  <a:pt x="315430" y="75268"/>
                </a:lnTo>
                <a:lnTo>
                  <a:pt x="337196" y="109767"/>
                </a:lnTo>
                <a:lnTo>
                  <a:pt x="344584" y="156756"/>
                </a:lnTo>
                <a:lnTo>
                  <a:pt x="337196" y="203908"/>
                </a:lnTo>
                <a:lnTo>
                  <a:pt x="315430" y="240206"/>
                </a:lnTo>
                <a:lnTo>
                  <a:pt x="279889" y="265866"/>
                </a:lnTo>
                <a:lnTo>
                  <a:pt x="231173" y="281103"/>
                </a:lnTo>
                <a:lnTo>
                  <a:pt x="169884" y="286135"/>
                </a:lnTo>
                <a:lnTo>
                  <a:pt x="322318" y="286135"/>
                </a:lnTo>
                <a:lnTo>
                  <a:pt x="347775" y="266861"/>
                </a:lnTo>
                <a:lnTo>
                  <a:pt x="370905" y="236653"/>
                </a:lnTo>
                <a:lnTo>
                  <a:pt x="385285" y="199927"/>
                </a:lnTo>
                <a:lnTo>
                  <a:pt x="390230" y="156756"/>
                </a:lnTo>
                <a:lnTo>
                  <a:pt x="385285" y="112329"/>
                </a:lnTo>
                <a:lnTo>
                  <a:pt x="370905" y="76035"/>
                </a:lnTo>
                <a:lnTo>
                  <a:pt x="347775" y="47401"/>
                </a:lnTo>
                <a:lnTo>
                  <a:pt x="329659" y="34946"/>
                </a:lnTo>
                <a:close/>
              </a:path>
            </a:pathLst>
          </a:custGeom>
          <a:solidFill>
            <a:srgbClr val="1B2E59"/>
          </a:solidFill>
        </p:spPr>
        <p:txBody>
          <a:bodyPr wrap="square" lIns="0" tIns="0" rIns="0" bIns="0" rtlCol="0"/>
          <a:lstStyle/>
          <a:p>
            <a:endParaRPr sz="1090"/>
          </a:p>
        </p:txBody>
      </p:sp>
      <p:sp>
        <p:nvSpPr>
          <p:cNvPr id="7" name="object 6"/>
          <p:cNvSpPr/>
          <p:nvPr/>
        </p:nvSpPr>
        <p:spPr>
          <a:xfrm>
            <a:off x="391734" y="6252881"/>
            <a:ext cx="46952" cy="368685"/>
          </a:xfrm>
          <a:custGeom>
            <a:avLst/>
            <a:gdLst/>
            <a:ahLst/>
            <a:cxnLst/>
            <a:rect l="l" t="t" r="r" b="b"/>
            <a:pathLst>
              <a:path w="77469" h="608329">
                <a:moveTo>
                  <a:pt x="59119" y="175140"/>
                </a:moveTo>
                <a:lnTo>
                  <a:pt x="16562" y="175140"/>
                </a:lnTo>
                <a:lnTo>
                  <a:pt x="16562" y="607771"/>
                </a:lnTo>
                <a:lnTo>
                  <a:pt x="59119" y="607771"/>
                </a:lnTo>
                <a:lnTo>
                  <a:pt x="59119" y="175140"/>
                </a:lnTo>
                <a:close/>
              </a:path>
              <a:path w="77469" h="608329">
                <a:moveTo>
                  <a:pt x="38704" y="0"/>
                </a:moveTo>
                <a:lnTo>
                  <a:pt x="23801" y="2375"/>
                </a:lnTo>
                <a:lnTo>
                  <a:pt x="11480" y="9278"/>
                </a:lnTo>
                <a:lnTo>
                  <a:pt x="3095" y="20369"/>
                </a:lnTo>
                <a:lnTo>
                  <a:pt x="0" y="35312"/>
                </a:lnTo>
                <a:lnTo>
                  <a:pt x="3095" y="49577"/>
                </a:lnTo>
                <a:lnTo>
                  <a:pt x="11480" y="60747"/>
                </a:lnTo>
                <a:lnTo>
                  <a:pt x="23801" y="68031"/>
                </a:lnTo>
                <a:lnTo>
                  <a:pt x="38704" y="70636"/>
                </a:lnTo>
                <a:lnTo>
                  <a:pt x="53614" y="68031"/>
                </a:lnTo>
                <a:lnTo>
                  <a:pt x="65937" y="60747"/>
                </a:lnTo>
                <a:lnTo>
                  <a:pt x="74324" y="49577"/>
                </a:lnTo>
                <a:lnTo>
                  <a:pt x="77420" y="35312"/>
                </a:lnTo>
                <a:lnTo>
                  <a:pt x="74324" y="20369"/>
                </a:lnTo>
                <a:lnTo>
                  <a:pt x="65937" y="9278"/>
                </a:lnTo>
                <a:lnTo>
                  <a:pt x="53614" y="2375"/>
                </a:lnTo>
                <a:lnTo>
                  <a:pt x="38704" y="0"/>
                </a:lnTo>
                <a:close/>
              </a:path>
            </a:pathLst>
          </a:custGeom>
          <a:solidFill>
            <a:srgbClr val="1B2E59"/>
          </a:solidFill>
        </p:spPr>
        <p:txBody>
          <a:bodyPr wrap="square" lIns="0" tIns="0" rIns="0" bIns="0" rtlCol="0"/>
          <a:lstStyle/>
          <a:p>
            <a:endParaRPr sz="1090"/>
          </a:p>
        </p:txBody>
      </p:sp>
      <p:sp>
        <p:nvSpPr>
          <p:cNvPr id="8" name="object 7"/>
          <p:cNvSpPr/>
          <p:nvPr/>
        </p:nvSpPr>
        <p:spPr>
          <a:xfrm>
            <a:off x="506297" y="6352475"/>
            <a:ext cx="247842" cy="395239"/>
          </a:xfrm>
          <a:custGeom>
            <a:avLst/>
            <a:gdLst/>
            <a:ahLst/>
            <a:cxnLst/>
            <a:rect l="l" t="t" r="r" b="b"/>
            <a:pathLst>
              <a:path w="408939" h="652145">
                <a:moveTo>
                  <a:pt x="182981" y="0"/>
                </a:moveTo>
                <a:lnTo>
                  <a:pt x="131368" y="7327"/>
                </a:lnTo>
                <a:lnTo>
                  <a:pt x="86669" y="28087"/>
                </a:lnTo>
                <a:lnTo>
                  <a:pt x="51501" y="60446"/>
                </a:lnTo>
                <a:lnTo>
                  <a:pt x="28481" y="102568"/>
                </a:lnTo>
                <a:lnTo>
                  <a:pt x="20226" y="152620"/>
                </a:lnTo>
                <a:lnTo>
                  <a:pt x="25231" y="189921"/>
                </a:lnTo>
                <a:lnTo>
                  <a:pt x="38452" y="222781"/>
                </a:lnTo>
                <a:lnTo>
                  <a:pt x="57198" y="250202"/>
                </a:lnTo>
                <a:lnTo>
                  <a:pt x="78781" y="271184"/>
                </a:lnTo>
                <a:lnTo>
                  <a:pt x="78781" y="274786"/>
                </a:lnTo>
                <a:lnTo>
                  <a:pt x="62204" y="287512"/>
                </a:lnTo>
                <a:lnTo>
                  <a:pt x="45823" y="305238"/>
                </a:lnTo>
                <a:lnTo>
                  <a:pt x="33306" y="327695"/>
                </a:lnTo>
                <a:lnTo>
                  <a:pt x="28319" y="354614"/>
                </a:lnTo>
                <a:lnTo>
                  <a:pt x="31421" y="377537"/>
                </a:lnTo>
                <a:lnTo>
                  <a:pt x="39995" y="396797"/>
                </a:lnTo>
                <a:lnTo>
                  <a:pt x="52938" y="412308"/>
                </a:lnTo>
                <a:lnTo>
                  <a:pt x="69149" y="423983"/>
                </a:lnTo>
                <a:lnTo>
                  <a:pt x="69149" y="427585"/>
                </a:lnTo>
                <a:lnTo>
                  <a:pt x="40386" y="450437"/>
                </a:lnTo>
                <a:lnTo>
                  <a:pt x="18611" y="476136"/>
                </a:lnTo>
                <a:lnTo>
                  <a:pt x="4818" y="503640"/>
                </a:lnTo>
                <a:lnTo>
                  <a:pt x="0" y="531911"/>
                </a:lnTo>
                <a:lnTo>
                  <a:pt x="8483" y="572006"/>
                </a:lnTo>
                <a:lnTo>
                  <a:pt x="8566" y="572398"/>
                </a:lnTo>
                <a:lnTo>
                  <a:pt x="33303" y="605619"/>
                </a:lnTo>
                <a:lnTo>
                  <a:pt x="72768" y="630580"/>
                </a:lnTo>
                <a:lnTo>
                  <a:pt x="125518" y="646285"/>
                </a:lnTo>
                <a:lnTo>
                  <a:pt x="190111" y="651742"/>
                </a:lnTo>
                <a:lnTo>
                  <a:pt x="252587" y="646097"/>
                </a:lnTo>
                <a:lnTo>
                  <a:pt x="306032" y="630433"/>
                </a:lnTo>
                <a:lnTo>
                  <a:pt x="325995" y="619486"/>
                </a:lnTo>
                <a:lnTo>
                  <a:pt x="194539" y="619486"/>
                </a:lnTo>
                <a:lnTo>
                  <a:pt x="129467" y="612859"/>
                </a:lnTo>
                <a:lnTo>
                  <a:pt x="81331" y="594171"/>
                </a:lnTo>
                <a:lnTo>
                  <a:pt x="51468" y="565213"/>
                </a:lnTo>
                <a:lnTo>
                  <a:pt x="41217" y="527775"/>
                </a:lnTo>
                <a:lnTo>
                  <a:pt x="44684" y="504538"/>
                </a:lnTo>
                <a:lnTo>
                  <a:pt x="55519" y="481081"/>
                </a:lnTo>
                <a:lnTo>
                  <a:pt x="74373" y="458267"/>
                </a:lnTo>
                <a:lnTo>
                  <a:pt x="101897" y="436955"/>
                </a:lnTo>
                <a:lnTo>
                  <a:pt x="378508" y="436955"/>
                </a:lnTo>
                <a:lnTo>
                  <a:pt x="354832" y="421604"/>
                </a:lnTo>
                <a:lnTo>
                  <a:pt x="312036" y="410092"/>
                </a:lnTo>
                <a:lnTo>
                  <a:pt x="256276" y="406322"/>
                </a:lnTo>
                <a:lnTo>
                  <a:pt x="157174" y="406322"/>
                </a:lnTo>
                <a:lnTo>
                  <a:pt x="114296" y="401922"/>
                </a:lnTo>
                <a:lnTo>
                  <a:pt x="87202" y="389903"/>
                </a:lnTo>
                <a:lnTo>
                  <a:pt x="73037" y="372039"/>
                </a:lnTo>
                <a:lnTo>
                  <a:pt x="68950" y="350102"/>
                </a:lnTo>
                <a:lnTo>
                  <a:pt x="72003" y="330326"/>
                </a:lnTo>
                <a:lnTo>
                  <a:pt x="80221" y="313766"/>
                </a:lnTo>
                <a:lnTo>
                  <a:pt x="92195" y="299722"/>
                </a:lnTo>
                <a:lnTo>
                  <a:pt x="106494" y="287512"/>
                </a:lnTo>
                <a:lnTo>
                  <a:pt x="258037" y="287512"/>
                </a:lnTo>
                <a:lnTo>
                  <a:pt x="278978" y="277656"/>
                </a:lnTo>
                <a:lnTo>
                  <a:pt x="282814" y="274074"/>
                </a:lnTo>
                <a:lnTo>
                  <a:pt x="182981" y="274074"/>
                </a:lnTo>
                <a:lnTo>
                  <a:pt x="137394" y="265283"/>
                </a:lnTo>
                <a:lnTo>
                  <a:pt x="99266" y="240511"/>
                </a:lnTo>
                <a:lnTo>
                  <a:pt x="73093" y="202157"/>
                </a:lnTo>
                <a:lnTo>
                  <a:pt x="63477" y="153165"/>
                </a:lnTo>
                <a:lnTo>
                  <a:pt x="63370" y="152620"/>
                </a:lnTo>
                <a:lnTo>
                  <a:pt x="72785" y="103102"/>
                </a:lnTo>
                <a:lnTo>
                  <a:pt x="72850" y="102757"/>
                </a:lnTo>
                <a:lnTo>
                  <a:pt x="98409" y="65400"/>
                </a:lnTo>
                <a:lnTo>
                  <a:pt x="98507" y="65256"/>
                </a:lnTo>
                <a:lnTo>
                  <a:pt x="98619" y="65093"/>
                </a:lnTo>
                <a:lnTo>
                  <a:pt x="136482" y="41397"/>
                </a:lnTo>
                <a:lnTo>
                  <a:pt x="136025" y="41397"/>
                </a:lnTo>
                <a:lnTo>
                  <a:pt x="182981" y="32978"/>
                </a:lnTo>
                <a:lnTo>
                  <a:pt x="401024" y="32978"/>
                </a:lnTo>
                <a:lnTo>
                  <a:pt x="401024" y="10814"/>
                </a:lnTo>
                <a:lnTo>
                  <a:pt x="244425" y="10814"/>
                </a:lnTo>
                <a:lnTo>
                  <a:pt x="232283" y="6766"/>
                </a:lnTo>
                <a:lnTo>
                  <a:pt x="217755" y="3310"/>
                </a:lnTo>
                <a:lnTo>
                  <a:pt x="201200" y="903"/>
                </a:lnTo>
                <a:lnTo>
                  <a:pt x="182981" y="0"/>
                </a:lnTo>
                <a:close/>
              </a:path>
              <a:path w="408939" h="652145">
                <a:moveTo>
                  <a:pt x="378508" y="436955"/>
                </a:moveTo>
                <a:lnTo>
                  <a:pt x="101897" y="436955"/>
                </a:lnTo>
                <a:lnTo>
                  <a:pt x="119636" y="440256"/>
                </a:lnTo>
                <a:lnTo>
                  <a:pt x="136058" y="442426"/>
                </a:lnTo>
                <a:lnTo>
                  <a:pt x="149700" y="443616"/>
                </a:lnTo>
                <a:lnTo>
                  <a:pt x="159101" y="443979"/>
                </a:lnTo>
                <a:lnTo>
                  <a:pt x="258203" y="443979"/>
                </a:lnTo>
                <a:lnTo>
                  <a:pt x="304460" y="447570"/>
                </a:lnTo>
                <a:lnTo>
                  <a:pt x="337957" y="459051"/>
                </a:lnTo>
                <a:lnTo>
                  <a:pt x="358327" y="479485"/>
                </a:lnTo>
                <a:lnTo>
                  <a:pt x="365198" y="509936"/>
                </a:lnTo>
                <a:lnTo>
                  <a:pt x="359928" y="531911"/>
                </a:lnTo>
                <a:lnTo>
                  <a:pt x="335139" y="572006"/>
                </a:lnTo>
                <a:lnTo>
                  <a:pt x="299630" y="596597"/>
                </a:lnTo>
                <a:lnTo>
                  <a:pt x="252305" y="613317"/>
                </a:lnTo>
                <a:lnTo>
                  <a:pt x="194539" y="619486"/>
                </a:lnTo>
                <a:lnTo>
                  <a:pt x="325995" y="619486"/>
                </a:lnTo>
                <a:lnTo>
                  <a:pt x="349405" y="606649"/>
                </a:lnTo>
                <a:lnTo>
                  <a:pt x="381672" y="576650"/>
                </a:lnTo>
                <a:lnTo>
                  <a:pt x="401792" y="542337"/>
                </a:lnTo>
                <a:lnTo>
                  <a:pt x="408729" y="505612"/>
                </a:lnTo>
                <a:lnTo>
                  <a:pt x="402850" y="469062"/>
                </a:lnTo>
                <a:lnTo>
                  <a:pt x="384994" y="441160"/>
                </a:lnTo>
                <a:lnTo>
                  <a:pt x="378508" y="436955"/>
                </a:lnTo>
                <a:close/>
              </a:path>
              <a:path w="408939" h="652145">
                <a:moveTo>
                  <a:pt x="258037" y="287512"/>
                </a:moveTo>
                <a:lnTo>
                  <a:pt x="106550" y="287512"/>
                </a:lnTo>
                <a:lnTo>
                  <a:pt x="123772" y="295359"/>
                </a:lnTo>
                <a:lnTo>
                  <a:pt x="143016" y="301154"/>
                </a:lnTo>
                <a:lnTo>
                  <a:pt x="163126" y="304737"/>
                </a:lnTo>
                <a:lnTo>
                  <a:pt x="182981" y="305963"/>
                </a:lnTo>
                <a:lnTo>
                  <a:pt x="234554" y="298565"/>
                </a:lnTo>
                <a:lnTo>
                  <a:pt x="258037" y="287512"/>
                </a:lnTo>
                <a:close/>
              </a:path>
              <a:path w="408939" h="652145">
                <a:moveTo>
                  <a:pt x="401024" y="32978"/>
                </a:moveTo>
                <a:lnTo>
                  <a:pt x="182981" y="32978"/>
                </a:lnTo>
                <a:lnTo>
                  <a:pt x="229303" y="41397"/>
                </a:lnTo>
                <a:lnTo>
                  <a:pt x="267353" y="65400"/>
                </a:lnTo>
                <a:lnTo>
                  <a:pt x="293122" y="103102"/>
                </a:lnTo>
                <a:lnTo>
                  <a:pt x="302603" y="152620"/>
                </a:lnTo>
                <a:lnTo>
                  <a:pt x="292878" y="202157"/>
                </a:lnTo>
                <a:lnTo>
                  <a:pt x="266701" y="240511"/>
                </a:lnTo>
                <a:lnTo>
                  <a:pt x="228570" y="265283"/>
                </a:lnTo>
                <a:lnTo>
                  <a:pt x="182981" y="274074"/>
                </a:lnTo>
                <a:lnTo>
                  <a:pt x="282814" y="274074"/>
                </a:lnTo>
                <a:lnTo>
                  <a:pt x="313775" y="245167"/>
                </a:lnTo>
                <a:lnTo>
                  <a:pt x="336469" y="203026"/>
                </a:lnTo>
                <a:lnTo>
                  <a:pt x="344584" y="153165"/>
                </a:lnTo>
                <a:lnTo>
                  <a:pt x="340807" y="120324"/>
                </a:lnTo>
                <a:lnTo>
                  <a:pt x="330259" y="90746"/>
                </a:lnTo>
                <a:lnTo>
                  <a:pt x="314205" y="65400"/>
                </a:lnTo>
                <a:lnTo>
                  <a:pt x="314113" y="65256"/>
                </a:lnTo>
                <a:lnTo>
                  <a:pt x="293547" y="44682"/>
                </a:lnTo>
                <a:lnTo>
                  <a:pt x="401024" y="44682"/>
                </a:lnTo>
                <a:lnTo>
                  <a:pt x="401024" y="32978"/>
                </a:lnTo>
                <a:close/>
              </a:path>
            </a:pathLst>
          </a:custGeom>
          <a:solidFill>
            <a:srgbClr val="1B2E59"/>
          </a:solidFill>
        </p:spPr>
        <p:txBody>
          <a:bodyPr wrap="square" lIns="0" tIns="0" rIns="0" bIns="0" rtlCol="0"/>
          <a:lstStyle/>
          <a:p>
            <a:endParaRPr sz="1090"/>
          </a:p>
        </p:txBody>
      </p:sp>
      <p:sp>
        <p:nvSpPr>
          <p:cNvPr id="9" name="object 8"/>
          <p:cNvSpPr/>
          <p:nvPr/>
        </p:nvSpPr>
        <p:spPr>
          <a:xfrm>
            <a:off x="800409" y="6352478"/>
            <a:ext cx="206664" cy="275551"/>
          </a:xfrm>
          <a:custGeom>
            <a:avLst/>
            <a:gdLst/>
            <a:ahLst/>
            <a:cxnLst/>
            <a:rect l="l" t="t" r="r" b="b"/>
            <a:pathLst>
              <a:path w="340995" h="454659">
                <a:moveTo>
                  <a:pt x="294038" y="34946"/>
                </a:moveTo>
                <a:lnTo>
                  <a:pt x="189336" y="34946"/>
                </a:lnTo>
                <a:lnTo>
                  <a:pt x="235720" y="42881"/>
                </a:lnTo>
                <a:lnTo>
                  <a:pt x="267382" y="64257"/>
                </a:lnTo>
                <a:lnTo>
                  <a:pt x="286755" y="95433"/>
                </a:lnTo>
                <a:lnTo>
                  <a:pt x="296271" y="132767"/>
                </a:lnTo>
                <a:lnTo>
                  <a:pt x="298363" y="172616"/>
                </a:lnTo>
                <a:lnTo>
                  <a:pt x="226481" y="181789"/>
                </a:lnTo>
                <a:lnTo>
                  <a:pt x="164959" y="193562"/>
                </a:lnTo>
                <a:lnTo>
                  <a:pt x="113559" y="208237"/>
                </a:lnTo>
                <a:lnTo>
                  <a:pt x="72040" y="226120"/>
                </a:lnTo>
                <a:lnTo>
                  <a:pt x="40163" y="247512"/>
                </a:lnTo>
                <a:lnTo>
                  <a:pt x="4382" y="302039"/>
                </a:lnTo>
                <a:lnTo>
                  <a:pt x="0" y="335780"/>
                </a:lnTo>
                <a:lnTo>
                  <a:pt x="10654" y="388533"/>
                </a:lnTo>
                <a:lnTo>
                  <a:pt x="39582" y="425453"/>
                </a:lnTo>
                <a:lnTo>
                  <a:pt x="82234" y="447153"/>
                </a:lnTo>
                <a:lnTo>
                  <a:pt x="134058" y="454250"/>
                </a:lnTo>
                <a:lnTo>
                  <a:pt x="178664" y="448793"/>
                </a:lnTo>
                <a:lnTo>
                  <a:pt x="221173" y="434112"/>
                </a:lnTo>
                <a:lnTo>
                  <a:pt x="248211" y="419659"/>
                </a:lnTo>
                <a:lnTo>
                  <a:pt x="141565" y="419659"/>
                </a:lnTo>
                <a:lnTo>
                  <a:pt x="103819" y="414958"/>
                </a:lnTo>
                <a:lnTo>
                  <a:pt x="72612" y="399960"/>
                </a:lnTo>
                <a:lnTo>
                  <a:pt x="51372" y="373324"/>
                </a:lnTo>
                <a:lnTo>
                  <a:pt x="43531" y="333707"/>
                </a:lnTo>
                <a:lnTo>
                  <a:pt x="47680" y="305808"/>
                </a:lnTo>
                <a:lnTo>
                  <a:pt x="84028" y="259711"/>
                </a:lnTo>
                <a:lnTo>
                  <a:pt x="118330" y="241267"/>
                </a:lnTo>
                <a:lnTo>
                  <a:pt x="164785" y="225729"/>
                </a:lnTo>
                <a:lnTo>
                  <a:pt x="224446" y="212976"/>
                </a:lnTo>
                <a:lnTo>
                  <a:pt x="298363" y="202883"/>
                </a:lnTo>
                <a:lnTo>
                  <a:pt x="340920" y="202883"/>
                </a:lnTo>
                <a:lnTo>
                  <a:pt x="340920" y="167026"/>
                </a:lnTo>
                <a:lnTo>
                  <a:pt x="337674" y="122497"/>
                </a:lnTo>
                <a:lnTo>
                  <a:pt x="327274" y="82562"/>
                </a:lnTo>
                <a:lnTo>
                  <a:pt x="308732" y="48784"/>
                </a:lnTo>
                <a:lnTo>
                  <a:pt x="294038" y="34946"/>
                </a:lnTo>
                <a:close/>
              </a:path>
              <a:path w="340995" h="454659">
                <a:moveTo>
                  <a:pt x="340920" y="387215"/>
                </a:moveTo>
                <a:lnTo>
                  <a:pt x="300289" y="387215"/>
                </a:lnTo>
                <a:lnTo>
                  <a:pt x="304906" y="443435"/>
                </a:lnTo>
                <a:lnTo>
                  <a:pt x="340920" y="443435"/>
                </a:lnTo>
                <a:lnTo>
                  <a:pt x="340920" y="387215"/>
                </a:lnTo>
                <a:close/>
              </a:path>
              <a:path w="340995" h="454659">
                <a:moveTo>
                  <a:pt x="340920" y="202883"/>
                </a:moveTo>
                <a:lnTo>
                  <a:pt x="298363" y="202883"/>
                </a:lnTo>
                <a:lnTo>
                  <a:pt x="298363" y="350102"/>
                </a:lnTo>
                <a:lnTo>
                  <a:pt x="257180" y="380200"/>
                </a:lnTo>
                <a:lnTo>
                  <a:pt x="218378" y="401974"/>
                </a:lnTo>
                <a:lnTo>
                  <a:pt x="180369" y="415201"/>
                </a:lnTo>
                <a:lnTo>
                  <a:pt x="141565" y="419659"/>
                </a:lnTo>
                <a:lnTo>
                  <a:pt x="248211" y="419659"/>
                </a:lnTo>
                <a:lnTo>
                  <a:pt x="261154" y="412741"/>
                </a:lnTo>
                <a:lnTo>
                  <a:pt x="298174" y="387215"/>
                </a:lnTo>
                <a:lnTo>
                  <a:pt x="340920" y="387215"/>
                </a:lnTo>
                <a:lnTo>
                  <a:pt x="340920" y="202883"/>
                </a:lnTo>
                <a:close/>
              </a:path>
              <a:path w="340995" h="454659">
                <a:moveTo>
                  <a:pt x="194351" y="0"/>
                </a:moveTo>
                <a:lnTo>
                  <a:pt x="140385" y="5742"/>
                </a:lnTo>
                <a:lnTo>
                  <a:pt x="92453" y="19998"/>
                </a:lnTo>
                <a:lnTo>
                  <a:pt x="52468" y="38310"/>
                </a:lnTo>
                <a:lnTo>
                  <a:pt x="22341" y="56219"/>
                </a:lnTo>
                <a:lnTo>
                  <a:pt x="41992" y="85764"/>
                </a:lnTo>
                <a:lnTo>
                  <a:pt x="69320" y="68548"/>
                </a:lnTo>
                <a:lnTo>
                  <a:pt x="103890" y="52110"/>
                </a:lnTo>
                <a:lnTo>
                  <a:pt x="144346" y="39794"/>
                </a:lnTo>
                <a:lnTo>
                  <a:pt x="189336" y="34946"/>
                </a:lnTo>
                <a:lnTo>
                  <a:pt x="294038" y="34946"/>
                </a:lnTo>
                <a:lnTo>
                  <a:pt x="281058" y="22722"/>
                </a:lnTo>
                <a:lnTo>
                  <a:pt x="243260" y="5941"/>
                </a:lnTo>
                <a:lnTo>
                  <a:pt x="194351" y="0"/>
                </a:lnTo>
                <a:close/>
              </a:path>
            </a:pathLst>
          </a:custGeom>
          <a:solidFill>
            <a:srgbClr val="1B2E59"/>
          </a:solidFill>
        </p:spPr>
        <p:txBody>
          <a:bodyPr wrap="square" lIns="0" tIns="0" rIns="0" bIns="0" rtlCol="0"/>
          <a:lstStyle/>
          <a:p>
            <a:endParaRPr sz="1090"/>
          </a:p>
        </p:txBody>
      </p:sp>
      <p:sp>
        <p:nvSpPr>
          <p:cNvPr id="10" name="object 9"/>
          <p:cNvSpPr/>
          <p:nvPr/>
        </p:nvSpPr>
        <p:spPr>
          <a:xfrm>
            <a:off x="1276913" y="6261399"/>
            <a:ext cx="257848" cy="359833"/>
          </a:xfrm>
          <a:custGeom>
            <a:avLst/>
            <a:gdLst/>
            <a:ahLst/>
            <a:cxnLst/>
            <a:rect l="l" t="t" r="r" b="b"/>
            <a:pathLst>
              <a:path w="425450" h="593725">
                <a:moveTo>
                  <a:pt x="425292" y="0"/>
                </a:moveTo>
                <a:lnTo>
                  <a:pt x="383499" y="0"/>
                </a:lnTo>
                <a:lnTo>
                  <a:pt x="383499" y="363984"/>
                </a:lnTo>
                <a:lnTo>
                  <a:pt x="384019" y="407108"/>
                </a:lnTo>
                <a:lnTo>
                  <a:pt x="385350" y="450298"/>
                </a:lnTo>
                <a:lnTo>
                  <a:pt x="389079" y="537145"/>
                </a:lnTo>
                <a:lnTo>
                  <a:pt x="385226" y="537145"/>
                </a:lnTo>
                <a:lnTo>
                  <a:pt x="313386" y="418581"/>
                </a:lnTo>
                <a:lnTo>
                  <a:pt x="46410" y="0"/>
                </a:lnTo>
                <a:lnTo>
                  <a:pt x="0" y="0"/>
                </a:lnTo>
                <a:lnTo>
                  <a:pt x="0" y="593721"/>
                </a:lnTo>
                <a:lnTo>
                  <a:pt x="41793" y="593721"/>
                </a:lnTo>
                <a:lnTo>
                  <a:pt x="41793" y="224869"/>
                </a:lnTo>
                <a:lnTo>
                  <a:pt x="41273" y="182327"/>
                </a:lnTo>
                <a:lnTo>
                  <a:pt x="39940" y="140514"/>
                </a:lnTo>
                <a:lnTo>
                  <a:pt x="36202" y="56575"/>
                </a:lnTo>
                <a:lnTo>
                  <a:pt x="40055" y="56575"/>
                </a:lnTo>
                <a:lnTo>
                  <a:pt x="111905" y="175045"/>
                </a:lnTo>
                <a:lnTo>
                  <a:pt x="378871" y="593721"/>
                </a:lnTo>
                <a:lnTo>
                  <a:pt x="425292" y="593721"/>
                </a:lnTo>
                <a:lnTo>
                  <a:pt x="425292" y="0"/>
                </a:lnTo>
                <a:close/>
              </a:path>
            </a:pathLst>
          </a:custGeom>
          <a:solidFill>
            <a:srgbClr val="1B2E59"/>
          </a:solidFill>
        </p:spPr>
        <p:txBody>
          <a:bodyPr wrap="square" lIns="0" tIns="0" rIns="0" bIns="0" rtlCol="0"/>
          <a:lstStyle/>
          <a:p>
            <a:endParaRPr sz="1090"/>
          </a:p>
        </p:txBody>
      </p:sp>
      <p:sp>
        <p:nvSpPr>
          <p:cNvPr id="11" name="object 10"/>
          <p:cNvSpPr/>
          <p:nvPr/>
        </p:nvSpPr>
        <p:spPr>
          <a:xfrm>
            <a:off x="1622554" y="6352476"/>
            <a:ext cx="251691" cy="275551"/>
          </a:xfrm>
          <a:custGeom>
            <a:avLst/>
            <a:gdLst/>
            <a:ahLst/>
            <a:cxnLst/>
            <a:rect l="l" t="t" r="r" b="b"/>
            <a:pathLst>
              <a:path w="415289" h="454659">
                <a:moveTo>
                  <a:pt x="207636" y="0"/>
                </a:moveTo>
                <a:lnTo>
                  <a:pt x="166804" y="3859"/>
                </a:lnTo>
                <a:lnTo>
                  <a:pt x="128305" y="15268"/>
                </a:lnTo>
                <a:lnTo>
                  <a:pt x="93097" y="33971"/>
                </a:lnTo>
                <a:lnTo>
                  <a:pt x="62059" y="59812"/>
                </a:lnTo>
                <a:lnTo>
                  <a:pt x="36392" y="92233"/>
                </a:lnTo>
                <a:lnTo>
                  <a:pt x="16813" y="131282"/>
                </a:lnTo>
                <a:lnTo>
                  <a:pt x="4363" y="176601"/>
                </a:lnTo>
                <a:lnTo>
                  <a:pt x="0" y="227936"/>
                </a:lnTo>
                <a:lnTo>
                  <a:pt x="4363" y="278738"/>
                </a:lnTo>
                <a:lnTo>
                  <a:pt x="16813" y="323656"/>
                </a:lnTo>
                <a:lnTo>
                  <a:pt x="36392" y="362417"/>
                </a:lnTo>
                <a:lnTo>
                  <a:pt x="62276" y="394858"/>
                </a:lnTo>
                <a:lnTo>
                  <a:pt x="93097" y="420367"/>
                </a:lnTo>
                <a:lnTo>
                  <a:pt x="128305" y="439008"/>
                </a:lnTo>
                <a:lnTo>
                  <a:pt x="166804" y="450394"/>
                </a:lnTo>
                <a:lnTo>
                  <a:pt x="207636" y="454250"/>
                </a:lnTo>
                <a:lnTo>
                  <a:pt x="248465" y="450394"/>
                </a:lnTo>
                <a:lnTo>
                  <a:pt x="286963" y="439008"/>
                </a:lnTo>
                <a:lnTo>
                  <a:pt x="322171" y="420367"/>
                </a:lnTo>
                <a:lnTo>
                  <a:pt x="323683" y="419115"/>
                </a:lnTo>
                <a:lnTo>
                  <a:pt x="207636" y="419115"/>
                </a:lnTo>
                <a:lnTo>
                  <a:pt x="163125" y="412862"/>
                </a:lnTo>
                <a:lnTo>
                  <a:pt x="123865" y="394858"/>
                </a:lnTo>
                <a:lnTo>
                  <a:pt x="91124" y="366232"/>
                </a:lnTo>
                <a:lnTo>
                  <a:pt x="66168" y="328116"/>
                </a:lnTo>
                <a:lnTo>
                  <a:pt x="50265" y="281641"/>
                </a:lnTo>
                <a:lnTo>
                  <a:pt x="44682" y="227936"/>
                </a:lnTo>
                <a:lnTo>
                  <a:pt x="50265" y="174111"/>
                </a:lnTo>
                <a:lnTo>
                  <a:pt x="66168" y="127335"/>
                </a:lnTo>
                <a:lnTo>
                  <a:pt x="91124" y="88828"/>
                </a:lnTo>
                <a:lnTo>
                  <a:pt x="123865" y="59812"/>
                </a:lnTo>
                <a:lnTo>
                  <a:pt x="163125" y="41507"/>
                </a:lnTo>
                <a:lnTo>
                  <a:pt x="207636" y="35134"/>
                </a:lnTo>
                <a:lnTo>
                  <a:pt x="323570" y="35134"/>
                </a:lnTo>
                <a:lnTo>
                  <a:pt x="322171" y="33971"/>
                </a:lnTo>
                <a:lnTo>
                  <a:pt x="286963" y="15268"/>
                </a:lnTo>
                <a:lnTo>
                  <a:pt x="248465" y="3859"/>
                </a:lnTo>
                <a:lnTo>
                  <a:pt x="207636" y="0"/>
                </a:lnTo>
                <a:close/>
              </a:path>
              <a:path w="415289" h="454659">
                <a:moveTo>
                  <a:pt x="323570" y="35134"/>
                </a:moveTo>
                <a:lnTo>
                  <a:pt x="207636" y="35134"/>
                </a:lnTo>
                <a:lnTo>
                  <a:pt x="252143" y="41507"/>
                </a:lnTo>
                <a:lnTo>
                  <a:pt x="291402" y="59812"/>
                </a:lnTo>
                <a:lnTo>
                  <a:pt x="324144" y="88828"/>
                </a:lnTo>
                <a:lnTo>
                  <a:pt x="349102" y="127335"/>
                </a:lnTo>
                <a:lnTo>
                  <a:pt x="365007" y="174111"/>
                </a:lnTo>
                <a:lnTo>
                  <a:pt x="370590" y="227936"/>
                </a:lnTo>
                <a:lnTo>
                  <a:pt x="365007" y="281641"/>
                </a:lnTo>
                <a:lnTo>
                  <a:pt x="349102" y="328116"/>
                </a:lnTo>
                <a:lnTo>
                  <a:pt x="324144" y="366232"/>
                </a:lnTo>
                <a:lnTo>
                  <a:pt x="291402" y="394858"/>
                </a:lnTo>
                <a:lnTo>
                  <a:pt x="252143" y="412862"/>
                </a:lnTo>
                <a:lnTo>
                  <a:pt x="207636" y="419115"/>
                </a:lnTo>
                <a:lnTo>
                  <a:pt x="323683" y="419115"/>
                </a:lnTo>
                <a:lnTo>
                  <a:pt x="378877" y="362417"/>
                </a:lnTo>
                <a:lnTo>
                  <a:pt x="398457" y="323656"/>
                </a:lnTo>
                <a:lnTo>
                  <a:pt x="410909" y="278738"/>
                </a:lnTo>
                <a:lnTo>
                  <a:pt x="415273" y="227936"/>
                </a:lnTo>
                <a:lnTo>
                  <a:pt x="410909" y="176601"/>
                </a:lnTo>
                <a:lnTo>
                  <a:pt x="398457" y="131282"/>
                </a:lnTo>
                <a:lnTo>
                  <a:pt x="378877" y="92233"/>
                </a:lnTo>
                <a:lnTo>
                  <a:pt x="353209" y="59812"/>
                </a:lnTo>
                <a:lnTo>
                  <a:pt x="323570" y="35134"/>
                </a:lnTo>
                <a:close/>
              </a:path>
            </a:pathLst>
          </a:custGeom>
          <a:solidFill>
            <a:srgbClr val="1B2E59"/>
          </a:solidFill>
        </p:spPr>
        <p:txBody>
          <a:bodyPr wrap="square" lIns="0" tIns="0" rIns="0" bIns="0" rtlCol="0"/>
          <a:lstStyle/>
          <a:p>
            <a:endParaRPr sz="1090"/>
          </a:p>
        </p:txBody>
      </p:sp>
      <p:sp>
        <p:nvSpPr>
          <p:cNvPr id="12" name="object 11"/>
          <p:cNvSpPr/>
          <p:nvPr/>
        </p:nvSpPr>
        <p:spPr>
          <a:xfrm>
            <a:off x="1958734" y="6228425"/>
            <a:ext cx="393315" cy="399473"/>
          </a:xfrm>
          <a:custGeom>
            <a:avLst/>
            <a:gdLst/>
            <a:ahLst/>
            <a:cxnLst/>
            <a:rect l="l" t="t" r="r" b="b"/>
            <a:pathLst>
              <a:path w="648970" h="659129">
                <a:moveTo>
                  <a:pt x="220154" y="213702"/>
                </a:moveTo>
                <a:lnTo>
                  <a:pt x="208940" y="209321"/>
                </a:lnTo>
                <a:lnTo>
                  <a:pt x="197853" y="206552"/>
                </a:lnTo>
                <a:lnTo>
                  <a:pt x="186448" y="205105"/>
                </a:lnTo>
                <a:lnTo>
                  <a:pt x="174320" y="204685"/>
                </a:lnTo>
                <a:lnTo>
                  <a:pt x="134962" y="211518"/>
                </a:lnTo>
                <a:lnTo>
                  <a:pt x="99656" y="230517"/>
                </a:lnTo>
                <a:lnTo>
                  <a:pt x="68783" y="259499"/>
                </a:lnTo>
                <a:lnTo>
                  <a:pt x="42760" y="296227"/>
                </a:lnTo>
                <a:lnTo>
                  <a:pt x="40640" y="296227"/>
                </a:lnTo>
                <a:lnTo>
                  <a:pt x="36017" y="215506"/>
                </a:lnTo>
                <a:lnTo>
                  <a:pt x="0" y="215506"/>
                </a:lnTo>
                <a:lnTo>
                  <a:pt x="0" y="648131"/>
                </a:lnTo>
                <a:lnTo>
                  <a:pt x="42557" y="648131"/>
                </a:lnTo>
                <a:lnTo>
                  <a:pt x="42557" y="353885"/>
                </a:lnTo>
                <a:lnTo>
                  <a:pt x="71297" y="301967"/>
                </a:lnTo>
                <a:lnTo>
                  <a:pt x="103263" y="267525"/>
                </a:lnTo>
                <a:lnTo>
                  <a:pt x="136410" y="248412"/>
                </a:lnTo>
                <a:lnTo>
                  <a:pt x="168719" y="242519"/>
                </a:lnTo>
                <a:lnTo>
                  <a:pt x="180543" y="242912"/>
                </a:lnTo>
                <a:lnTo>
                  <a:pt x="190423" y="244170"/>
                </a:lnTo>
                <a:lnTo>
                  <a:pt x="199910" y="246405"/>
                </a:lnTo>
                <a:lnTo>
                  <a:pt x="210527" y="249732"/>
                </a:lnTo>
                <a:lnTo>
                  <a:pt x="220154" y="213702"/>
                </a:lnTo>
                <a:close/>
              </a:path>
              <a:path w="648970" h="659129">
                <a:moveTo>
                  <a:pt x="648601" y="0"/>
                </a:moveTo>
                <a:lnTo>
                  <a:pt x="606044" y="0"/>
                </a:lnTo>
                <a:lnTo>
                  <a:pt x="606044" y="178384"/>
                </a:lnTo>
                <a:lnTo>
                  <a:pt x="608355" y="257848"/>
                </a:lnTo>
                <a:lnTo>
                  <a:pt x="606044" y="256311"/>
                </a:lnTo>
                <a:lnTo>
                  <a:pt x="606044" y="295681"/>
                </a:lnTo>
                <a:lnTo>
                  <a:pt x="606044" y="552272"/>
                </a:lnTo>
                <a:lnTo>
                  <a:pt x="570077" y="582980"/>
                </a:lnTo>
                <a:lnTo>
                  <a:pt x="534555" y="605320"/>
                </a:lnTo>
                <a:lnTo>
                  <a:pt x="498538" y="618998"/>
                </a:lnTo>
                <a:lnTo>
                  <a:pt x="461187" y="623633"/>
                </a:lnTo>
                <a:lnTo>
                  <a:pt x="416166" y="617512"/>
                </a:lnTo>
                <a:lnTo>
                  <a:pt x="415937" y="617512"/>
                </a:lnTo>
                <a:lnTo>
                  <a:pt x="378015" y="599655"/>
                </a:lnTo>
                <a:lnTo>
                  <a:pt x="348056" y="571207"/>
                </a:lnTo>
                <a:lnTo>
                  <a:pt x="326263" y="533184"/>
                </a:lnTo>
                <a:lnTo>
                  <a:pt x="312953" y="486587"/>
                </a:lnTo>
                <a:lnTo>
                  <a:pt x="308457" y="432625"/>
                </a:lnTo>
                <a:lnTo>
                  <a:pt x="308444" y="432435"/>
                </a:lnTo>
                <a:lnTo>
                  <a:pt x="314121" y="380517"/>
                </a:lnTo>
                <a:lnTo>
                  <a:pt x="330225" y="334340"/>
                </a:lnTo>
                <a:lnTo>
                  <a:pt x="355282" y="295681"/>
                </a:lnTo>
                <a:lnTo>
                  <a:pt x="355371" y="295541"/>
                </a:lnTo>
                <a:lnTo>
                  <a:pt x="388175" y="265785"/>
                </a:lnTo>
                <a:lnTo>
                  <a:pt x="427253" y="246722"/>
                </a:lnTo>
                <a:lnTo>
                  <a:pt x="471208" y="240004"/>
                </a:lnTo>
                <a:lnTo>
                  <a:pt x="504609" y="243001"/>
                </a:lnTo>
                <a:lnTo>
                  <a:pt x="537400" y="252641"/>
                </a:lnTo>
                <a:lnTo>
                  <a:pt x="570814" y="269875"/>
                </a:lnTo>
                <a:lnTo>
                  <a:pt x="606044" y="295681"/>
                </a:lnTo>
                <a:lnTo>
                  <a:pt x="606044" y="256311"/>
                </a:lnTo>
                <a:lnTo>
                  <a:pt x="542099" y="218706"/>
                </a:lnTo>
                <a:lnTo>
                  <a:pt x="468896" y="204698"/>
                </a:lnTo>
                <a:lnTo>
                  <a:pt x="422783" y="209994"/>
                </a:lnTo>
                <a:lnTo>
                  <a:pt x="379958" y="225450"/>
                </a:lnTo>
                <a:lnTo>
                  <a:pt x="341820" y="250431"/>
                </a:lnTo>
                <a:lnTo>
                  <a:pt x="309753" y="284289"/>
                </a:lnTo>
                <a:lnTo>
                  <a:pt x="285127" y="326364"/>
                </a:lnTo>
                <a:lnTo>
                  <a:pt x="269328" y="376034"/>
                </a:lnTo>
                <a:lnTo>
                  <a:pt x="263779" y="432435"/>
                </a:lnTo>
                <a:lnTo>
                  <a:pt x="263766" y="432625"/>
                </a:lnTo>
                <a:lnTo>
                  <a:pt x="268274" y="491121"/>
                </a:lnTo>
                <a:lnTo>
                  <a:pt x="281393" y="541324"/>
                </a:lnTo>
                <a:lnTo>
                  <a:pt x="302539" y="582980"/>
                </a:lnTo>
                <a:lnTo>
                  <a:pt x="331076" y="615823"/>
                </a:lnTo>
                <a:lnTo>
                  <a:pt x="366407" y="639610"/>
                </a:lnTo>
                <a:lnTo>
                  <a:pt x="407924" y="654062"/>
                </a:lnTo>
                <a:lnTo>
                  <a:pt x="455041" y="658939"/>
                </a:lnTo>
                <a:lnTo>
                  <a:pt x="499186" y="653491"/>
                </a:lnTo>
                <a:lnTo>
                  <a:pt x="539254" y="638822"/>
                </a:lnTo>
                <a:lnTo>
                  <a:pt x="564680" y="623633"/>
                </a:lnTo>
                <a:lnTo>
                  <a:pt x="574916" y="617512"/>
                </a:lnTo>
                <a:lnTo>
                  <a:pt x="605853" y="592086"/>
                </a:lnTo>
                <a:lnTo>
                  <a:pt x="607974" y="592086"/>
                </a:lnTo>
                <a:lnTo>
                  <a:pt x="612584" y="648131"/>
                </a:lnTo>
                <a:lnTo>
                  <a:pt x="648601" y="648131"/>
                </a:lnTo>
                <a:lnTo>
                  <a:pt x="648601" y="592086"/>
                </a:lnTo>
                <a:lnTo>
                  <a:pt x="648601" y="257848"/>
                </a:lnTo>
                <a:lnTo>
                  <a:pt x="648601" y="0"/>
                </a:lnTo>
                <a:close/>
              </a:path>
            </a:pathLst>
          </a:custGeom>
          <a:solidFill>
            <a:srgbClr val="1B2E59"/>
          </a:solidFill>
        </p:spPr>
        <p:txBody>
          <a:bodyPr wrap="square" lIns="0" tIns="0" rIns="0" bIns="0" rtlCol="0"/>
          <a:lstStyle/>
          <a:p>
            <a:endParaRPr sz="1090"/>
          </a:p>
        </p:txBody>
      </p:sp>
      <p:sp>
        <p:nvSpPr>
          <p:cNvPr id="13" name="object 12"/>
          <p:cNvSpPr/>
          <p:nvPr/>
        </p:nvSpPr>
        <p:spPr>
          <a:xfrm>
            <a:off x="2444221" y="6252881"/>
            <a:ext cx="46952" cy="368685"/>
          </a:xfrm>
          <a:custGeom>
            <a:avLst/>
            <a:gdLst/>
            <a:ahLst/>
            <a:cxnLst/>
            <a:rect l="l" t="t" r="r" b="b"/>
            <a:pathLst>
              <a:path w="77470" h="608329">
                <a:moveTo>
                  <a:pt x="59119" y="175140"/>
                </a:moveTo>
                <a:lnTo>
                  <a:pt x="16562" y="175140"/>
                </a:lnTo>
                <a:lnTo>
                  <a:pt x="16562" y="607771"/>
                </a:lnTo>
                <a:lnTo>
                  <a:pt x="59119" y="607771"/>
                </a:lnTo>
                <a:lnTo>
                  <a:pt x="59119" y="175140"/>
                </a:lnTo>
                <a:close/>
              </a:path>
              <a:path w="77470" h="608329">
                <a:moveTo>
                  <a:pt x="38715" y="0"/>
                </a:moveTo>
                <a:lnTo>
                  <a:pt x="23806" y="2375"/>
                </a:lnTo>
                <a:lnTo>
                  <a:pt x="11482" y="9278"/>
                </a:lnTo>
                <a:lnTo>
                  <a:pt x="3095" y="20369"/>
                </a:lnTo>
                <a:lnTo>
                  <a:pt x="0" y="35312"/>
                </a:lnTo>
                <a:lnTo>
                  <a:pt x="3095" y="49577"/>
                </a:lnTo>
                <a:lnTo>
                  <a:pt x="11482" y="60747"/>
                </a:lnTo>
                <a:lnTo>
                  <a:pt x="23806" y="68031"/>
                </a:lnTo>
                <a:lnTo>
                  <a:pt x="38715" y="70636"/>
                </a:lnTo>
                <a:lnTo>
                  <a:pt x="53618" y="68031"/>
                </a:lnTo>
                <a:lnTo>
                  <a:pt x="65939" y="60747"/>
                </a:lnTo>
                <a:lnTo>
                  <a:pt x="74324" y="49577"/>
                </a:lnTo>
                <a:lnTo>
                  <a:pt x="77420" y="35312"/>
                </a:lnTo>
                <a:lnTo>
                  <a:pt x="74324" y="20369"/>
                </a:lnTo>
                <a:lnTo>
                  <a:pt x="65939" y="9278"/>
                </a:lnTo>
                <a:lnTo>
                  <a:pt x="53618" y="2375"/>
                </a:lnTo>
                <a:lnTo>
                  <a:pt x="38715" y="0"/>
                </a:lnTo>
                <a:close/>
              </a:path>
            </a:pathLst>
          </a:custGeom>
          <a:solidFill>
            <a:srgbClr val="1B2E59"/>
          </a:solidFill>
        </p:spPr>
        <p:txBody>
          <a:bodyPr wrap="square" lIns="0" tIns="0" rIns="0" bIns="0" rtlCol="0"/>
          <a:lstStyle/>
          <a:p>
            <a:endParaRPr sz="1090"/>
          </a:p>
        </p:txBody>
      </p:sp>
      <p:sp>
        <p:nvSpPr>
          <p:cNvPr id="14" name="object 13"/>
          <p:cNvSpPr/>
          <p:nvPr/>
        </p:nvSpPr>
        <p:spPr>
          <a:xfrm>
            <a:off x="2561530" y="6352476"/>
            <a:ext cx="216670" cy="275551"/>
          </a:xfrm>
          <a:custGeom>
            <a:avLst/>
            <a:gdLst/>
            <a:ahLst/>
            <a:cxnLst/>
            <a:rect l="l" t="t" r="r" b="b"/>
            <a:pathLst>
              <a:path w="357504" h="454659">
                <a:moveTo>
                  <a:pt x="211300" y="0"/>
                </a:moveTo>
                <a:lnTo>
                  <a:pt x="169923" y="3859"/>
                </a:lnTo>
                <a:lnTo>
                  <a:pt x="130827" y="15268"/>
                </a:lnTo>
                <a:lnTo>
                  <a:pt x="95008" y="33971"/>
                </a:lnTo>
                <a:lnTo>
                  <a:pt x="63465" y="59711"/>
                </a:lnTo>
                <a:lnTo>
                  <a:pt x="37195" y="92233"/>
                </a:lnTo>
                <a:lnTo>
                  <a:pt x="17196" y="131282"/>
                </a:lnTo>
                <a:lnTo>
                  <a:pt x="4465" y="176601"/>
                </a:lnTo>
                <a:lnTo>
                  <a:pt x="0" y="227936"/>
                </a:lnTo>
                <a:lnTo>
                  <a:pt x="4114" y="278738"/>
                </a:lnTo>
                <a:lnTo>
                  <a:pt x="15981" y="323656"/>
                </a:lnTo>
                <a:lnTo>
                  <a:pt x="34881" y="362417"/>
                </a:lnTo>
                <a:lnTo>
                  <a:pt x="60096" y="394745"/>
                </a:lnTo>
                <a:lnTo>
                  <a:pt x="90908" y="420367"/>
                </a:lnTo>
                <a:lnTo>
                  <a:pt x="126600" y="439008"/>
                </a:lnTo>
                <a:lnTo>
                  <a:pt x="166454" y="450394"/>
                </a:lnTo>
                <a:lnTo>
                  <a:pt x="209751" y="454250"/>
                </a:lnTo>
                <a:lnTo>
                  <a:pt x="252069" y="449987"/>
                </a:lnTo>
                <a:lnTo>
                  <a:pt x="290846" y="438123"/>
                </a:lnTo>
                <a:lnTo>
                  <a:pt x="326011" y="420042"/>
                </a:lnTo>
                <a:lnTo>
                  <a:pt x="357493" y="397130"/>
                </a:lnTo>
                <a:lnTo>
                  <a:pt x="335539" y="369208"/>
                </a:lnTo>
                <a:lnTo>
                  <a:pt x="309739" y="388635"/>
                </a:lnTo>
                <a:lnTo>
                  <a:pt x="280255" y="404499"/>
                </a:lnTo>
                <a:lnTo>
                  <a:pt x="247448" y="415193"/>
                </a:lnTo>
                <a:lnTo>
                  <a:pt x="211677" y="419115"/>
                </a:lnTo>
                <a:lnTo>
                  <a:pt x="164395" y="412862"/>
                </a:lnTo>
                <a:lnTo>
                  <a:pt x="123695" y="394858"/>
                </a:lnTo>
                <a:lnTo>
                  <a:pt x="90475" y="366232"/>
                </a:lnTo>
                <a:lnTo>
                  <a:pt x="65634" y="328116"/>
                </a:lnTo>
                <a:lnTo>
                  <a:pt x="50070" y="281641"/>
                </a:lnTo>
                <a:lnTo>
                  <a:pt x="44682" y="227936"/>
                </a:lnTo>
                <a:lnTo>
                  <a:pt x="50528" y="174111"/>
                </a:lnTo>
                <a:lnTo>
                  <a:pt x="67112" y="127335"/>
                </a:lnTo>
                <a:lnTo>
                  <a:pt x="93006" y="88828"/>
                </a:lnTo>
                <a:lnTo>
                  <a:pt x="126781" y="59812"/>
                </a:lnTo>
                <a:lnTo>
                  <a:pt x="167010" y="41507"/>
                </a:lnTo>
                <a:lnTo>
                  <a:pt x="212264" y="35134"/>
                </a:lnTo>
                <a:lnTo>
                  <a:pt x="244173" y="38664"/>
                </a:lnTo>
                <a:lnTo>
                  <a:pt x="272670" y="48377"/>
                </a:lnTo>
                <a:lnTo>
                  <a:pt x="298314" y="62955"/>
                </a:lnTo>
                <a:lnTo>
                  <a:pt x="321667" y="81084"/>
                </a:lnTo>
                <a:lnTo>
                  <a:pt x="346699" y="53340"/>
                </a:lnTo>
                <a:lnTo>
                  <a:pt x="321159" y="33527"/>
                </a:lnTo>
                <a:lnTo>
                  <a:pt x="290848" y="16466"/>
                </a:lnTo>
                <a:lnTo>
                  <a:pt x="254614" y="4508"/>
                </a:lnTo>
                <a:lnTo>
                  <a:pt x="211300" y="0"/>
                </a:lnTo>
                <a:close/>
              </a:path>
            </a:pathLst>
          </a:custGeom>
          <a:solidFill>
            <a:srgbClr val="1B2E59"/>
          </a:solidFill>
        </p:spPr>
        <p:txBody>
          <a:bodyPr wrap="square" lIns="0" tIns="0" rIns="0" bIns="0" rtlCol="0"/>
          <a:lstStyle/>
          <a:p>
            <a:endParaRPr sz="1090"/>
          </a:p>
        </p:txBody>
      </p:sp>
      <p:sp>
        <p:nvSpPr>
          <p:cNvPr id="15" name="object 14"/>
          <p:cNvSpPr/>
          <p:nvPr/>
        </p:nvSpPr>
        <p:spPr>
          <a:xfrm>
            <a:off x="2998222" y="6261399"/>
            <a:ext cx="259388" cy="366376"/>
          </a:xfrm>
          <a:custGeom>
            <a:avLst/>
            <a:gdLst/>
            <a:ahLst/>
            <a:cxnLst/>
            <a:rect l="l" t="t" r="r" b="b"/>
            <a:pathLst>
              <a:path w="427990" h="604520">
                <a:moveTo>
                  <a:pt x="427794" y="0"/>
                </a:moveTo>
                <a:lnTo>
                  <a:pt x="385812" y="0"/>
                </a:lnTo>
                <a:lnTo>
                  <a:pt x="385812" y="361272"/>
                </a:lnTo>
                <a:lnTo>
                  <a:pt x="381053" y="422421"/>
                </a:lnTo>
                <a:lnTo>
                  <a:pt x="367601" y="471145"/>
                </a:lnTo>
                <a:lnTo>
                  <a:pt x="346693" y="508542"/>
                </a:lnTo>
                <a:lnTo>
                  <a:pt x="319564" y="535714"/>
                </a:lnTo>
                <a:lnTo>
                  <a:pt x="251594" y="563782"/>
                </a:lnTo>
                <a:lnTo>
                  <a:pt x="213227" y="566878"/>
                </a:lnTo>
                <a:lnTo>
                  <a:pt x="175605" y="563782"/>
                </a:lnTo>
                <a:lnTo>
                  <a:pt x="109053" y="535714"/>
                </a:lnTo>
                <a:lnTo>
                  <a:pt x="62084" y="471145"/>
                </a:lnTo>
                <a:lnTo>
                  <a:pt x="48942" y="422421"/>
                </a:lnTo>
                <a:lnTo>
                  <a:pt x="44295" y="361272"/>
                </a:lnTo>
                <a:lnTo>
                  <a:pt x="44295" y="0"/>
                </a:lnTo>
                <a:lnTo>
                  <a:pt x="0" y="0"/>
                </a:lnTo>
                <a:lnTo>
                  <a:pt x="0" y="365963"/>
                </a:lnTo>
                <a:lnTo>
                  <a:pt x="4674" y="429446"/>
                </a:lnTo>
                <a:lnTo>
                  <a:pt x="17931" y="481458"/>
                </a:lnTo>
                <a:lnTo>
                  <a:pt x="38619" y="522925"/>
                </a:lnTo>
                <a:lnTo>
                  <a:pt x="65587" y="554773"/>
                </a:lnTo>
                <a:lnTo>
                  <a:pt x="97683" y="577930"/>
                </a:lnTo>
                <a:lnTo>
                  <a:pt x="133755" y="593323"/>
                </a:lnTo>
                <a:lnTo>
                  <a:pt x="172654" y="601879"/>
                </a:lnTo>
                <a:lnTo>
                  <a:pt x="213227" y="604525"/>
                </a:lnTo>
                <a:lnTo>
                  <a:pt x="253857" y="601879"/>
                </a:lnTo>
                <a:lnTo>
                  <a:pt x="292908" y="593323"/>
                </a:lnTo>
                <a:lnTo>
                  <a:pt x="329195" y="577930"/>
                </a:lnTo>
                <a:lnTo>
                  <a:pt x="361537" y="554773"/>
                </a:lnTo>
                <a:lnTo>
                  <a:pt x="388750" y="522925"/>
                </a:lnTo>
                <a:lnTo>
                  <a:pt x="409653" y="481458"/>
                </a:lnTo>
                <a:lnTo>
                  <a:pt x="423062" y="429446"/>
                </a:lnTo>
                <a:lnTo>
                  <a:pt x="427794" y="365963"/>
                </a:lnTo>
                <a:lnTo>
                  <a:pt x="427794" y="0"/>
                </a:lnTo>
                <a:close/>
              </a:path>
            </a:pathLst>
          </a:custGeom>
          <a:solidFill>
            <a:srgbClr val="1B2E59"/>
          </a:solidFill>
        </p:spPr>
        <p:txBody>
          <a:bodyPr wrap="square" lIns="0" tIns="0" rIns="0" bIns="0" rtlCol="0"/>
          <a:lstStyle/>
          <a:p>
            <a:endParaRPr sz="1090"/>
          </a:p>
        </p:txBody>
      </p:sp>
      <p:sp>
        <p:nvSpPr>
          <p:cNvPr id="16" name="object 15"/>
          <p:cNvSpPr/>
          <p:nvPr/>
        </p:nvSpPr>
        <p:spPr>
          <a:xfrm>
            <a:off x="3349700" y="6352474"/>
            <a:ext cx="207433" cy="269009"/>
          </a:xfrm>
          <a:custGeom>
            <a:avLst/>
            <a:gdLst/>
            <a:ahLst/>
            <a:cxnLst/>
            <a:rect l="l" t="t" r="r" b="b"/>
            <a:pathLst>
              <a:path w="342265" h="443865">
                <a:moveTo>
                  <a:pt x="201857" y="0"/>
                </a:moveTo>
                <a:lnTo>
                  <a:pt x="156735" y="5980"/>
                </a:lnTo>
                <a:lnTo>
                  <a:pt x="116092" y="22435"/>
                </a:lnTo>
                <a:lnTo>
                  <a:pt x="78556" y="47135"/>
                </a:lnTo>
                <a:lnTo>
                  <a:pt x="42756" y="77849"/>
                </a:lnTo>
                <a:lnTo>
                  <a:pt x="40641" y="77849"/>
                </a:lnTo>
                <a:lnTo>
                  <a:pt x="36014" y="10814"/>
                </a:lnTo>
                <a:lnTo>
                  <a:pt x="0" y="10814"/>
                </a:lnTo>
                <a:lnTo>
                  <a:pt x="0" y="443446"/>
                </a:lnTo>
                <a:lnTo>
                  <a:pt x="42557" y="443446"/>
                </a:lnTo>
                <a:lnTo>
                  <a:pt x="42557" y="117119"/>
                </a:lnTo>
                <a:lnTo>
                  <a:pt x="82167" y="81618"/>
                </a:lnTo>
                <a:lnTo>
                  <a:pt x="118596" y="56218"/>
                </a:lnTo>
                <a:lnTo>
                  <a:pt x="154808" y="40953"/>
                </a:lnTo>
                <a:lnTo>
                  <a:pt x="193764" y="35857"/>
                </a:lnTo>
                <a:lnTo>
                  <a:pt x="241595" y="44103"/>
                </a:lnTo>
                <a:lnTo>
                  <a:pt x="274328" y="69124"/>
                </a:lnTo>
                <a:lnTo>
                  <a:pt x="293120" y="111343"/>
                </a:lnTo>
                <a:lnTo>
                  <a:pt x="299127" y="171182"/>
                </a:lnTo>
                <a:lnTo>
                  <a:pt x="299127" y="443446"/>
                </a:lnTo>
                <a:lnTo>
                  <a:pt x="341695" y="443446"/>
                </a:lnTo>
                <a:lnTo>
                  <a:pt x="341695" y="165958"/>
                </a:lnTo>
                <a:lnTo>
                  <a:pt x="336323" y="105799"/>
                </a:lnTo>
                <a:lnTo>
                  <a:pt x="319985" y="59279"/>
                </a:lnTo>
                <a:lnTo>
                  <a:pt x="292350" y="26242"/>
                </a:lnTo>
                <a:lnTo>
                  <a:pt x="253084" y="6534"/>
                </a:lnTo>
                <a:lnTo>
                  <a:pt x="201857" y="0"/>
                </a:lnTo>
                <a:close/>
              </a:path>
            </a:pathLst>
          </a:custGeom>
          <a:solidFill>
            <a:srgbClr val="1B2E59"/>
          </a:solidFill>
        </p:spPr>
        <p:txBody>
          <a:bodyPr wrap="square" lIns="0" tIns="0" rIns="0" bIns="0" rtlCol="0"/>
          <a:lstStyle/>
          <a:p>
            <a:endParaRPr sz="1090"/>
          </a:p>
        </p:txBody>
      </p:sp>
      <p:sp>
        <p:nvSpPr>
          <p:cNvPr id="17" name="object 16"/>
          <p:cNvSpPr/>
          <p:nvPr/>
        </p:nvSpPr>
        <p:spPr>
          <a:xfrm>
            <a:off x="3646319" y="6252881"/>
            <a:ext cx="46952" cy="368685"/>
          </a:xfrm>
          <a:custGeom>
            <a:avLst/>
            <a:gdLst/>
            <a:ahLst/>
            <a:cxnLst/>
            <a:rect l="l" t="t" r="r" b="b"/>
            <a:pathLst>
              <a:path w="77470" h="608329">
                <a:moveTo>
                  <a:pt x="59119" y="175140"/>
                </a:moveTo>
                <a:lnTo>
                  <a:pt x="16562" y="175140"/>
                </a:lnTo>
                <a:lnTo>
                  <a:pt x="16562" y="607771"/>
                </a:lnTo>
                <a:lnTo>
                  <a:pt x="59119" y="607771"/>
                </a:lnTo>
                <a:lnTo>
                  <a:pt x="59119" y="175140"/>
                </a:lnTo>
                <a:close/>
              </a:path>
              <a:path w="77470" h="608329">
                <a:moveTo>
                  <a:pt x="38704" y="0"/>
                </a:moveTo>
                <a:lnTo>
                  <a:pt x="23801" y="2375"/>
                </a:lnTo>
                <a:lnTo>
                  <a:pt x="11480" y="9278"/>
                </a:lnTo>
                <a:lnTo>
                  <a:pt x="3095" y="20369"/>
                </a:lnTo>
                <a:lnTo>
                  <a:pt x="0" y="35312"/>
                </a:lnTo>
                <a:lnTo>
                  <a:pt x="3095" y="49577"/>
                </a:lnTo>
                <a:lnTo>
                  <a:pt x="11480" y="60747"/>
                </a:lnTo>
                <a:lnTo>
                  <a:pt x="23801" y="68031"/>
                </a:lnTo>
                <a:lnTo>
                  <a:pt x="38704" y="70636"/>
                </a:lnTo>
                <a:lnTo>
                  <a:pt x="53614" y="68031"/>
                </a:lnTo>
                <a:lnTo>
                  <a:pt x="65937" y="60747"/>
                </a:lnTo>
                <a:lnTo>
                  <a:pt x="74324" y="49577"/>
                </a:lnTo>
                <a:lnTo>
                  <a:pt x="77420" y="35312"/>
                </a:lnTo>
                <a:lnTo>
                  <a:pt x="74324" y="20369"/>
                </a:lnTo>
                <a:lnTo>
                  <a:pt x="65937" y="9278"/>
                </a:lnTo>
                <a:lnTo>
                  <a:pt x="53614" y="2375"/>
                </a:lnTo>
                <a:lnTo>
                  <a:pt x="38704" y="0"/>
                </a:lnTo>
                <a:close/>
              </a:path>
            </a:pathLst>
          </a:custGeom>
          <a:solidFill>
            <a:srgbClr val="1B2E59"/>
          </a:solidFill>
        </p:spPr>
        <p:txBody>
          <a:bodyPr wrap="square" lIns="0" tIns="0" rIns="0" bIns="0" rtlCol="0"/>
          <a:lstStyle/>
          <a:p>
            <a:endParaRPr sz="1090"/>
          </a:p>
        </p:txBody>
      </p:sp>
      <p:sp>
        <p:nvSpPr>
          <p:cNvPr id="18" name="object 17"/>
          <p:cNvSpPr/>
          <p:nvPr/>
        </p:nvSpPr>
        <p:spPr>
          <a:xfrm>
            <a:off x="3747167" y="6359028"/>
            <a:ext cx="239761" cy="262467"/>
          </a:xfrm>
          <a:custGeom>
            <a:avLst/>
            <a:gdLst/>
            <a:ahLst/>
            <a:cxnLst/>
            <a:rect l="l" t="t" r="r" b="b"/>
            <a:pathLst>
              <a:path w="395604" h="433070">
                <a:moveTo>
                  <a:pt x="395046" y="0"/>
                </a:moveTo>
                <a:lnTo>
                  <a:pt x="351525" y="0"/>
                </a:lnTo>
                <a:lnTo>
                  <a:pt x="247513" y="271006"/>
                </a:lnTo>
                <a:lnTo>
                  <a:pt x="235970" y="302595"/>
                </a:lnTo>
                <a:lnTo>
                  <a:pt x="224106" y="334251"/>
                </a:lnTo>
                <a:lnTo>
                  <a:pt x="200705" y="395329"/>
                </a:lnTo>
                <a:lnTo>
                  <a:pt x="196853" y="395329"/>
                </a:lnTo>
                <a:lnTo>
                  <a:pt x="185314" y="365365"/>
                </a:lnTo>
                <a:lnTo>
                  <a:pt x="161584" y="302595"/>
                </a:lnTo>
                <a:lnTo>
                  <a:pt x="150045" y="271006"/>
                </a:lnTo>
                <a:lnTo>
                  <a:pt x="46033" y="0"/>
                </a:lnTo>
                <a:lnTo>
                  <a:pt x="0" y="0"/>
                </a:lnTo>
                <a:lnTo>
                  <a:pt x="173548" y="432631"/>
                </a:lnTo>
                <a:lnTo>
                  <a:pt x="223811" y="432631"/>
                </a:lnTo>
                <a:lnTo>
                  <a:pt x="395046" y="0"/>
                </a:lnTo>
                <a:close/>
              </a:path>
            </a:pathLst>
          </a:custGeom>
          <a:solidFill>
            <a:srgbClr val="1B2E59"/>
          </a:solidFill>
        </p:spPr>
        <p:txBody>
          <a:bodyPr wrap="square" lIns="0" tIns="0" rIns="0" bIns="0" rtlCol="0"/>
          <a:lstStyle/>
          <a:p>
            <a:endParaRPr sz="1090"/>
          </a:p>
        </p:txBody>
      </p:sp>
      <p:sp>
        <p:nvSpPr>
          <p:cNvPr id="19" name="object 18"/>
          <p:cNvSpPr/>
          <p:nvPr/>
        </p:nvSpPr>
        <p:spPr>
          <a:xfrm>
            <a:off x="4022188" y="6352478"/>
            <a:ext cx="229755" cy="275551"/>
          </a:xfrm>
          <a:custGeom>
            <a:avLst/>
            <a:gdLst/>
            <a:ahLst/>
            <a:cxnLst/>
            <a:rect l="l" t="t" r="r" b="b"/>
            <a:pathLst>
              <a:path w="379095" h="454659">
                <a:moveTo>
                  <a:pt x="201669" y="0"/>
                </a:moveTo>
                <a:lnTo>
                  <a:pt x="157866" y="5221"/>
                </a:lnTo>
                <a:lnTo>
                  <a:pt x="116366" y="20507"/>
                </a:lnTo>
                <a:lnTo>
                  <a:pt x="78786" y="45286"/>
                </a:lnTo>
                <a:lnTo>
                  <a:pt x="46742" y="78989"/>
                </a:lnTo>
                <a:lnTo>
                  <a:pt x="21852" y="121044"/>
                </a:lnTo>
                <a:lnTo>
                  <a:pt x="5732" y="170884"/>
                </a:lnTo>
                <a:lnTo>
                  <a:pt x="0" y="227936"/>
                </a:lnTo>
                <a:lnTo>
                  <a:pt x="4344" y="278269"/>
                </a:lnTo>
                <a:lnTo>
                  <a:pt x="16802" y="322967"/>
                </a:lnTo>
                <a:lnTo>
                  <a:pt x="36516" y="361699"/>
                </a:lnTo>
                <a:lnTo>
                  <a:pt x="62624" y="394133"/>
                </a:lnTo>
                <a:lnTo>
                  <a:pt x="94267" y="419936"/>
                </a:lnTo>
                <a:lnTo>
                  <a:pt x="130584" y="438778"/>
                </a:lnTo>
                <a:lnTo>
                  <a:pt x="170716" y="450327"/>
                </a:lnTo>
                <a:lnTo>
                  <a:pt x="213803" y="454250"/>
                </a:lnTo>
                <a:lnTo>
                  <a:pt x="260068" y="450595"/>
                </a:lnTo>
                <a:lnTo>
                  <a:pt x="298479" y="440960"/>
                </a:lnTo>
                <a:lnTo>
                  <a:pt x="331003" y="427339"/>
                </a:lnTo>
                <a:lnTo>
                  <a:pt x="344563" y="419936"/>
                </a:lnTo>
                <a:lnTo>
                  <a:pt x="218615" y="419936"/>
                </a:lnTo>
                <a:lnTo>
                  <a:pt x="168868" y="413552"/>
                </a:lnTo>
                <a:lnTo>
                  <a:pt x="126726" y="395564"/>
                </a:lnTo>
                <a:lnTo>
                  <a:pt x="92279" y="367174"/>
                </a:lnTo>
                <a:lnTo>
                  <a:pt x="66389" y="329685"/>
                </a:lnTo>
                <a:lnTo>
                  <a:pt x="49915" y="284399"/>
                </a:lnTo>
                <a:lnTo>
                  <a:pt x="43719" y="232616"/>
                </a:lnTo>
                <a:lnTo>
                  <a:pt x="376264" y="232616"/>
                </a:lnTo>
                <a:lnTo>
                  <a:pt x="377497" y="224506"/>
                </a:lnTo>
                <a:lnTo>
                  <a:pt x="378230" y="216399"/>
                </a:lnTo>
                <a:lnTo>
                  <a:pt x="378582" y="208291"/>
                </a:lnTo>
                <a:lnTo>
                  <a:pt x="378644" y="199826"/>
                </a:lnTo>
                <a:lnTo>
                  <a:pt x="43520" y="199826"/>
                </a:lnTo>
                <a:lnTo>
                  <a:pt x="56198" y="142908"/>
                </a:lnTo>
                <a:lnTo>
                  <a:pt x="80959" y="96920"/>
                </a:lnTo>
                <a:lnTo>
                  <a:pt x="115234" y="62851"/>
                </a:lnTo>
                <a:lnTo>
                  <a:pt x="156453" y="41686"/>
                </a:lnTo>
                <a:lnTo>
                  <a:pt x="202046" y="34412"/>
                </a:lnTo>
                <a:lnTo>
                  <a:pt x="310718" y="34412"/>
                </a:lnTo>
                <a:lnTo>
                  <a:pt x="284686" y="17433"/>
                </a:lnTo>
                <a:lnTo>
                  <a:pt x="245981" y="4412"/>
                </a:lnTo>
                <a:lnTo>
                  <a:pt x="201669" y="0"/>
                </a:lnTo>
                <a:close/>
              </a:path>
              <a:path w="379095" h="454659">
                <a:moveTo>
                  <a:pt x="342082" y="381457"/>
                </a:moveTo>
                <a:lnTo>
                  <a:pt x="315085" y="397109"/>
                </a:lnTo>
                <a:lnTo>
                  <a:pt x="285742" y="409229"/>
                </a:lnTo>
                <a:lnTo>
                  <a:pt x="253509" y="417059"/>
                </a:lnTo>
                <a:lnTo>
                  <a:pt x="216573" y="419936"/>
                </a:lnTo>
                <a:lnTo>
                  <a:pt x="344563" y="419936"/>
                </a:lnTo>
                <a:lnTo>
                  <a:pt x="359608" y="411724"/>
                </a:lnTo>
                <a:lnTo>
                  <a:pt x="342082" y="381457"/>
                </a:lnTo>
                <a:close/>
              </a:path>
              <a:path w="379095" h="454659">
                <a:moveTo>
                  <a:pt x="310718" y="34412"/>
                </a:moveTo>
                <a:lnTo>
                  <a:pt x="202046" y="34412"/>
                </a:lnTo>
                <a:lnTo>
                  <a:pt x="248129" y="41011"/>
                </a:lnTo>
                <a:lnTo>
                  <a:pt x="285984" y="60825"/>
                </a:lnTo>
                <a:lnTo>
                  <a:pt x="314454" y="93881"/>
                </a:lnTo>
                <a:lnTo>
                  <a:pt x="332384" y="140206"/>
                </a:lnTo>
                <a:lnTo>
                  <a:pt x="338617" y="199826"/>
                </a:lnTo>
                <a:lnTo>
                  <a:pt x="378644" y="199826"/>
                </a:lnTo>
                <a:lnTo>
                  <a:pt x="374619" y="149038"/>
                </a:lnTo>
                <a:lnTo>
                  <a:pt x="362752" y="104864"/>
                </a:lnTo>
                <a:lnTo>
                  <a:pt x="343513" y="67986"/>
                </a:lnTo>
                <a:lnTo>
                  <a:pt x="317344" y="38733"/>
                </a:lnTo>
                <a:lnTo>
                  <a:pt x="310718" y="34412"/>
                </a:lnTo>
                <a:close/>
              </a:path>
            </a:pathLst>
          </a:custGeom>
          <a:solidFill>
            <a:srgbClr val="1B2E59"/>
          </a:solidFill>
        </p:spPr>
        <p:txBody>
          <a:bodyPr wrap="square" lIns="0" tIns="0" rIns="0" bIns="0" rtlCol="0"/>
          <a:lstStyle/>
          <a:p>
            <a:endParaRPr sz="1090"/>
          </a:p>
        </p:txBody>
      </p:sp>
      <p:sp>
        <p:nvSpPr>
          <p:cNvPr id="20" name="object 19"/>
          <p:cNvSpPr/>
          <p:nvPr/>
        </p:nvSpPr>
        <p:spPr>
          <a:xfrm>
            <a:off x="4330474" y="6352474"/>
            <a:ext cx="133542" cy="269009"/>
          </a:xfrm>
          <a:custGeom>
            <a:avLst/>
            <a:gdLst/>
            <a:ahLst/>
            <a:cxnLst/>
            <a:rect l="l" t="t" r="r" b="b"/>
            <a:pathLst>
              <a:path w="220345" h="443865">
                <a:moveTo>
                  <a:pt x="174313" y="0"/>
                </a:moveTo>
                <a:lnTo>
                  <a:pt x="134958" y="6827"/>
                </a:lnTo>
                <a:lnTo>
                  <a:pt x="99650" y="25835"/>
                </a:lnTo>
                <a:lnTo>
                  <a:pt x="68784" y="54811"/>
                </a:lnTo>
                <a:lnTo>
                  <a:pt x="42756" y="91543"/>
                </a:lnTo>
                <a:lnTo>
                  <a:pt x="40641" y="91543"/>
                </a:lnTo>
                <a:lnTo>
                  <a:pt x="36014" y="10814"/>
                </a:lnTo>
                <a:lnTo>
                  <a:pt x="0" y="10814"/>
                </a:lnTo>
                <a:lnTo>
                  <a:pt x="0" y="443446"/>
                </a:lnTo>
                <a:lnTo>
                  <a:pt x="42557" y="443446"/>
                </a:lnTo>
                <a:lnTo>
                  <a:pt x="42557" y="149197"/>
                </a:lnTo>
                <a:lnTo>
                  <a:pt x="71291" y="97284"/>
                </a:lnTo>
                <a:lnTo>
                  <a:pt x="103256" y="62839"/>
                </a:lnTo>
                <a:lnTo>
                  <a:pt x="136414" y="43732"/>
                </a:lnTo>
                <a:lnTo>
                  <a:pt x="168722" y="37835"/>
                </a:lnTo>
                <a:lnTo>
                  <a:pt x="180536" y="38228"/>
                </a:lnTo>
                <a:lnTo>
                  <a:pt x="190417" y="39483"/>
                </a:lnTo>
                <a:lnTo>
                  <a:pt x="199901" y="41718"/>
                </a:lnTo>
                <a:lnTo>
                  <a:pt x="210526" y="45049"/>
                </a:lnTo>
                <a:lnTo>
                  <a:pt x="220157" y="9014"/>
                </a:lnTo>
                <a:lnTo>
                  <a:pt x="208942" y="4641"/>
                </a:lnTo>
                <a:lnTo>
                  <a:pt x="197847" y="1872"/>
                </a:lnTo>
                <a:lnTo>
                  <a:pt x="186446" y="420"/>
                </a:lnTo>
                <a:lnTo>
                  <a:pt x="174313" y="0"/>
                </a:lnTo>
                <a:close/>
              </a:path>
            </a:pathLst>
          </a:custGeom>
          <a:solidFill>
            <a:srgbClr val="1B2E59"/>
          </a:solidFill>
        </p:spPr>
        <p:txBody>
          <a:bodyPr wrap="square" lIns="0" tIns="0" rIns="0" bIns="0" rtlCol="0"/>
          <a:lstStyle/>
          <a:p>
            <a:endParaRPr sz="1090"/>
          </a:p>
        </p:txBody>
      </p:sp>
      <p:sp>
        <p:nvSpPr>
          <p:cNvPr id="21" name="object 20"/>
          <p:cNvSpPr/>
          <p:nvPr/>
        </p:nvSpPr>
        <p:spPr>
          <a:xfrm>
            <a:off x="4493891" y="6352477"/>
            <a:ext cx="197427" cy="275551"/>
          </a:xfrm>
          <a:custGeom>
            <a:avLst/>
            <a:gdLst/>
            <a:ahLst/>
            <a:cxnLst/>
            <a:rect l="l" t="t" r="r" b="b"/>
            <a:pathLst>
              <a:path w="325754" h="454659">
                <a:moveTo>
                  <a:pt x="170659" y="0"/>
                </a:moveTo>
                <a:lnTo>
                  <a:pt x="118171" y="5989"/>
                </a:lnTo>
                <a:lnTo>
                  <a:pt x="76574" y="22574"/>
                </a:lnTo>
                <a:lnTo>
                  <a:pt x="46310" y="47678"/>
                </a:lnTo>
                <a:lnTo>
                  <a:pt x="21566" y="115140"/>
                </a:lnTo>
                <a:lnTo>
                  <a:pt x="30197" y="154139"/>
                </a:lnTo>
                <a:lnTo>
                  <a:pt x="53354" y="183894"/>
                </a:lnTo>
                <a:lnTo>
                  <a:pt x="86931" y="206510"/>
                </a:lnTo>
                <a:lnTo>
                  <a:pt x="126821" y="224094"/>
                </a:lnTo>
                <a:lnTo>
                  <a:pt x="168921" y="238751"/>
                </a:lnTo>
                <a:lnTo>
                  <a:pt x="209129" y="253731"/>
                </a:lnTo>
                <a:lnTo>
                  <a:pt x="245560" y="273188"/>
                </a:lnTo>
                <a:lnTo>
                  <a:pt x="271985" y="299435"/>
                </a:lnTo>
                <a:lnTo>
                  <a:pt x="282177" y="334785"/>
                </a:lnTo>
                <a:lnTo>
                  <a:pt x="275141" y="367367"/>
                </a:lnTo>
                <a:lnTo>
                  <a:pt x="254201" y="394592"/>
                </a:lnTo>
                <a:lnTo>
                  <a:pt x="219610" y="413269"/>
                </a:lnTo>
                <a:lnTo>
                  <a:pt x="171622" y="420204"/>
                </a:lnTo>
                <a:lnTo>
                  <a:pt x="126407" y="415951"/>
                </a:lnTo>
                <a:lnTo>
                  <a:pt x="88135" y="404298"/>
                </a:lnTo>
                <a:lnTo>
                  <a:pt x="54865" y="386902"/>
                </a:lnTo>
                <a:lnTo>
                  <a:pt x="24655" y="365418"/>
                </a:lnTo>
                <a:lnTo>
                  <a:pt x="0" y="394428"/>
                </a:lnTo>
                <a:lnTo>
                  <a:pt x="34314" y="417688"/>
                </a:lnTo>
                <a:lnTo>
                  <a:pt x="74568" y="436706"/>
                </a:lnTo>
                <a:lnTo>
                  <a:pt x="119912" y="449540"/>
                </a:lnTo>
                <a:lnTo>
                  <a:pt x="169497" y="454250"/>
                </a:lnTo>
                <a:lnTo>
                  <a:pt x="224164" y="447826"/>
                </a:lnTo>
                <a:lnTo>
                  <a:pt x="267616" y="430097"/>
                </a:lnTo>
                <a:lnTo>
                  <a:pt x="299317" y="403383"/>
                </a:lnTo>
                <a:lnTo>
                  <a:pt x="318731" y="369999"/>
                </a:lnTo>
                <a:lnTo>
                  <a:pt x="325321" y="332262"/>
                </a:lnTo>
                <a:lnTo>
                  <a:pt x="316495" y="288610"/>
                </a:lnTo>
                <a:lnTo>
                  <a:pt x="292802" y="256748"/>
                </a:lnTo>
                <a:lnTo>
                  <a:pt x="258421" y="233522"/>
                </a:lnTo>
                <a:lnTo>
                  <a:pt x="217532" y="215781"/>
                </a:lnTo>
                <a:lnTo>
                  <a:pt x="174313" y="200370"/>
                </a:lnTo>
                <a:lnTo>
                  <a:pt x="133946" y="185419"/>
                </a:lnTo>
                <a:lnTo>
                  <a:pt x="98853" y="167799"/>
                </a:lnTo>
                <a:lnTo>
                  <a:pt x="74088" y="144571"/>
                </a:lnTo>
                <a:lnTo>
                  <a:pt x="64710" y="112795"/>
                </a:lnTo>
                <a:lnTo>
                  <a:pt x="70939" y="83656"/>
                </a:lnTo>
                <a:lnTo>
                  <a:pt x="90053" y="58460"/>
                </a:lnTo>
                <a:lnTo>
                  <a:pt x="122693" y="40747"/>
                </a:lnTo>
                <a:lnTo>
                  <a:pt x="169497" y="34056"/>
                </a:lnTo>
                <a:lnTo>
                  <a:pt x="201898" y="37155"/>
                </a:lnTo>
                <a:lnTo>
                  <a:pt x="230353" y="45607"/>
                </a:lnTo>
                <a:lnTo>
                  <a:pt x="255972" y="58149"/>
                </a:lnTo>
                <a:lnTo>
                  <a:pt x="279863" y="73515"/>
                </a:lnTo>
                <a:lnTo>
                  <a:pt x="302781" y="44860"/>
                </a:lnTo>
                <a:lnTo>
                  <a:pt x="274880" y="27021"/>
                </a:lnTo>
                <a:lnTo>
                  <a:pt x="242644" y="12803"/>
                </a:lnTo>
                <a:lnTo>
                  <a:pt x="207446" y="3399"/>
                </a:lnTo>
                <a:lnTo>
                  <a:pt x="170659" y="0"/>
                </a:lnTo>
                <a:close/>
              </a:path>
            </a:pathLst>
          </a:custGeom>
          <a:solidFill>
            <a:srgbClr val="1B2E59"/>
          </a:solidFill>
        </p:spPr>
        <p:txBody>
          <a:bodyPr wrap="square" lIns="0" tIns="0" rIns="0" bIns="0" rtlCol="0"/>
          <a:lstStyle/>
          <a:p>
            <a:endParaRPr sz="1090"/>
          </a:p>
        </p:txBody>
      </p:sp>
      <p:sp>
        <p:nvSpPr>
          <p:cNvPr id="22" name="object 21"/>
          <p:cNvSpPr/>
          <p:nvPr/>
        </p:nvSpPr>
        <p:spPr>
          <a:xfrm>
            <a:off x="4753274" y="6252881"/>
            <a:ext cx="46952" cy="368685"/>
          </a:xfrm>
          <a:custGeom>
            <a:avLst/>
            <a:gdLst/>
            <a:ahLst/>
            <a:cxnLst/>
            <a:rect l="l" t="t" r="r" b="b"/>
            <a:pathLst>
              <a:path w="77470" h="608329">
                <a:moveTo>
                  <a:pt x="59119" y="175140"/>
                </a:moveTo>
                <a:lnTo>
                  <a:pt x="16562" y="175140"/>
                </a:lnTo>
                <a:lnTo>
                  <a:pt x="16562" y="607771"/>
                </a:lnTo>
                <a:lnTo>
                  <a:pt x="59119" y="607771"/>
                </a:lnTo>
                <a:lnTo>
                  <a:pt x="59119" y="175140"/>
                </a:lnTo>
                <a:close/>
              </a:path>
              <a:path w="77470" h="608329">
                <a:moveTo>
                  <a:pt x="38704" y="0"/>
                </a:moveTo>
                <a:lnTo>
                  <a:pt x="23801" y="2375"/>
                </a:lnTo>
                <a:lnTo>
                  <a:pt x="11480" y="9278"/>
                </a:lnTo>
                <a:lnTo>
                  <a:pt x="3095" y="20369"/>
                </a:lnTo>
                <a:lnTo>
                  <a:pt x="0" y="35312"/>
                </a:lnTo>
                <a:lnTo>
                  <a:pt x="3095" y="49577"/>
                </a:lnTo>
                <a:lnTo>
                  <a:pt x="11480" y="60747"/>
                </a:lnTo>
                <a:lnTo>
                  <a:pt x="23801" y="68031"/>
                </a:lnTo>
                <a:lnTo>
                  <a:pt x="38704" y="70636"/>
                </a:lnTo>
                <a:lnTo>
                  <a:pt x="53614" y="68031"/>
                </a:lnTo>
                <a:lnTo>
                  <a:pt x="65937" y="60747"/>
                </a:lnTo>
                <a:lnTo>
                  <a:pt x="74324" y="49577"/>
                </a:lnTo>
                <a:lnTo>
                  <a:pt x="77420" y="35312"/>
                </a:lnTo>
                <a:lnTo>
                  <a:pt x="74324" y="20369"/>
                </a:lnTo>
                <a:lnTo>
                  <a:pt x="65937" y="9278"/>
                </a:lnTo>
                <a:lnTo>
                  <a:pt x="53614" y="2375"/>
                </a:lnTo>
                <a:lnTo>
                  <a:pt x="38704" y="0"/>
                </a:lnTo>
                <a:close/>
              </a:path>
            </a:pathLst>
          </a:custGeom>
          <a:solidFill>
            <a:srgbClr val="1B2E59"/>
          </a:solidFill>
        </p:spPr>
        <p:txBody>
          <a:bodyPr wrap="square" lIns="0" tIns="0" rIns="0" bIns="0" rtlCol="0"/>
          <a:lstStyle/>
          <a:p>
            <a:endParaRPr sz="1090"/>
          </a:p>
        </p:txBody>
      </p:sp>
      <p:sp>
        <p:nvSpPr>
          <p:cNvPr id="23" name="object 22"/>
          <p:cNvSpPr/>
          <p:nvPr/>
        </p:nvSpPr>
        <p:spPr>
          <a:xfrm>
            <a:off x="4858561" y="6283130"/>
            <a:ext cx="159327" cy="344824"/>
          </a:xfrm>
          <a:custGeom>
            <a:avLst/>
            <a:gdLst/>
            <a:ahLst/>
            <a:cxnLst/>
            <a:rect l="l" t="t" r="r" b="b"/>
            <a:pathLst>
              <a:path w="262890" h="568959">
                <a:moveTo>
                  <a:pt x="114784" y="0"/>
                </a:moveTo>
                <a:lnTo>
                  <a:pt x="78582" y="0"/>
                </a:lnTo>
                <a:lnTo>
                  <a:pt x="73190" y="125233"/>
                </a:lnTo>
                <a:lnTo>
                  <a:pt x="0" y="129012"/>
                </a:lnTo>
                <a:lnTo>
                  <a:pt x="0" y="160001"/>
                </a:lnTo>
                <a:lnTo>
                  <a:pt x="72227" y="160001"/>
                </a:lnTo>
                <a:lnTo>
                  <a:pt x="72227" y="438399"/>
                </a:lnTo>
                <a:lnTo>
                  <a:pt x="77678" y="491442"/>
                </a:lnTo>
                <a:lnTo>
                  <a:pt x="96328" y="532590"/>
                </a:lnTo>
                <a:lnTo>
                  <a:pt x="131627" y="559210"/>
                </a:lnTo>
                <a:lnTo>
                  <a:pt x="187022" y="568668"/>
                </a:lnTo>
                <a:lnTo>
                  <a:pt x="203138" y="567377"/>
                </a:lnTo>
                <a:lnTo>
                  <a:pt x="221920" y="563873"/>
                </a:lnTo>
                <a:lnTo>
                  <a:pt x="242130" y="558713"/>
                </a:lnTo>
                <a:lnTo>
                  <a:pt x="262526" y="552451"/>
                </a:lnTo>
                <a:lnTo>
                  <a:pt x="251356" y="520206"/>
                </a:lnTo>
                <a:lnTo>
                  <a:pt x="237635" y="525234"/>
                </a:lnTo>
                <a:lnTo>
                  <a:pt x="222508" y="529621"/>
                </a:lnTo>
                <a:lnTo>
                  <a:pt x="207309" y="532723"/>
                </a:lnTo>
                <a:lnTo>
                  <a:pt x="193377" y="533900"/>
                </a:lnTo>
                <a:lnTo>
                  <a:pt x="154199" y="527208"/>
                </a:lnTo>
                <a:lnTo>
                  <a:pt x="130172" y="508346"/>
                </a:lnTo>
                <a:lnTo>
                  <a:pt x="118099" y="479128"/>
                </a:lnTo>
                <a:lnTo>
                  <a:pt x="114784" y="441373"/>
                </a:lnTo>
                <a:lnTo>
                  <a:pt x="114784" y="160001"/>
                </a:lnTo>
                <a:lnTo>
                  <a:pt x="248854" y="160001"/>
                </a:lnTo>
                <a:lnTo>
                  <a:pt x="248854" y="125233"/>
                </a:lnTo>
                <a:lnTo>
                  <a:pt x="114784" y="125233"/>
                </a:lnTo>
                <a:lnTo>
                  <a:pt x="114784" y="0"/>
                </a:lnTo>
                <a:close/>
              </a:path>
            </a:pathLst>
          </a:custGeom>
          <a:solidFill>
            <a:srgbClr val="1B2E59"/>
          </a:solidFill>
        </p:spPr>
        <p:txBody>
          <a:bodyPr wrap="square" lIns="0" tIns="0" rIns="0" bIns="0" rtlCol="0"/>
          <a:lstStyle/>
          <a:p>
            <a:endParaRPr sz="1090"/>
          </a:p>
        </p:txBody>
      </p:sp>
      <p:sp>
        <p:nvSpPr>
          <p:cNvPr id="24" name="object 23"/>
          <p:cNvSpPr/>
          <p:nvPr/>
        </p:nvSpPr>
        <p:spPr>
          <a:xfrm>
            <a:off x="5053852" y="6359028"/>
            <a:ext cx="240530" cy="381770"/>
          </a:xfrm>
          <a:custGeom>
            <a:avLst/>
            <a:gdLst/>
            <a:ahLst/>
            <a:cxnLst/>
            <a:rect l="l" t="t" r="r" b="b"/>
            <a:pathLst>
              <a:path w="396875" h="629920">
                <a:moveTo>
                  <a:pt x="396585" y="0"/>
                </a:moveTo>
                <a:lnTo>
                  <a:pt x="353064" y="0"/>
                </a:lnTo>
                <a:lnTo>
                  <a:pt x="254633" y="271907"/>
                </a:lnTo>
                <a:lnTo>
                  <a:pt x="222779" y="363352"/>
                </a:lnTo>
                <a:lnTo>
                  <a:pt x="211677" y="393350"/>
                </a:lnTo>
                <a:lnTo>
                  <a:pt x="207825" y="393350"/>
                </a:lnTo>
                <a:lnTo>
                  <a:pt x="195043" y="363252"/>
                </a:lnTo>
                <a:lnTo>
                  <a:pt x="46033" y="0"/>
                </a:lnTo>
                <a:lnTo>
                  <a:pt x="0" y="0"/>
                </a:lnTo>
                <a:lnTo>
                  <a:pt x="189922" y="440734"/>
                </a:lnTo>
                <a:lnTo>
                  <a:pt x="177202" y="478402"/>
                </a:lnTo>
                <a:lnTo>
                  <a:pt x="156718" y="524157"/>
                </a:lnTo>
                <a:lnTo>
                  <a:pt x="130327" y="560519"/>
                </a:lnTo>
                <a:lnTo>
                  <a:pt x="97759" y="584517"/>
                </a:lnTo>
                <a:lnTo>
                  <a:pt x="58742" y="593177"/>
                </a:lnTo>
                <a:lnTo>
                  <a:pt x="48660" y="592560"/>
                </a:lnTo>
                <a:lnTo>
                  <a:pt x="38532" y="590948"/>
                </a:lnTo>
                <a:lnTo>
                  <a:pt x="29071" y="588694"/>
                </a:lnTo>
                <a:lnTo>
                  <a:pt x="20990" y="586152"/>
                </a:lnTo>
                <a:lnTo>
                  <a:pt x="11170" y="620564"/>
                </a:lnTo>
                <a:lnTo>
                  <a:pt x="21415" y="624252"/>
                </a:lnTo>
                <a:lnTo>
                  <a:pt x="33031" y="627097"/>
                </a:lnTo>
                <a:lnTo>
                  <a:pt x="45513" y="628930"/>
                </a:lnTo>
                <a:lnTo>
                  <a:pt x="58355" y="629578"/>
                </a:lnTo>
                <a:lnTo>
                  <a:pt x="103944" y="621683"/>
                </a:lnTo>
                <a:lnTo>
                  <a:pt x="141572" y="600192"/>
                </a:lnTo>
                <a:lnTo>
                  <a:pt x="171969" y="568395"/>
                </a:lnTo>
                <a:lnTo>
                  <a:pt x="195865" y="529584"/>
                </a:lnTo>
                <a:lnTo>
                  <a:pt x="213991" y="487050"/>
                </a:lnTo>
                <a:lnTo>
                  <a:pt x="396585" y="0"/>
                </a:lnTo>
                <a:close/>
              </a:path>
            </a:pathLst>
          </a:custGeom>
          <a:solidFill>
            <a:srgbClr val="1B2E59"/>
          </a:solidFill>
        </p:spPr>
        <p:txBody>
          <a:bodyPr wrap="square" lIns="0" tIns="0" rIns="0" bIns="0" rtlCol="0"/>
          <a:lstStyle/>
          <a:p>
            <a:endParaRPr sz="1090"/>
          </a:p>
        </p:txBody>
      </p:sp>
      <p:sp>
        <p:nvSpPr>
          <p:cNvPr id="25" name="object 24"/>
          <p:cNvSpPr/>
          <p:nvPr/>
        </p:nvSpPr>
        <p:spPr>
          <a:xfrm>
            <a:off x="86008" y="4961966"/>
            <a:ext cx="1934633" cy="1009073"/>
          </a:xfrm>
          <a:custGeom>
            <a:avLst/>
            <a:gdLst/>
            <a:ahLst/>
            <a:cxnLst/>
            <a:rect l="l" t="t" r="r" b="b"/>
            <a:pathLst>
              <a:path w="3192145" h="1664970">
                <a:moveTo>
                  <a:pt x="493141" y="1664957"/>
                </a:moveTo>
                <a:lnTo>
                  <a:pt x="492315" y="1663700"/>
                </a:lnTo>
                <a:lnTo>
                  <a:pt x="492125" y="1663700"/>
                </a:lnTo>
                <a:lnTo>
                  <a:pt x="82207" y="1134427"/>
                </a:lnTo>
                <a:lnTo>
                  <a:pt x="68262" y="1179969"/>
                </a:lnTo>
                <a:lnTo>
                  <a:pt x="55562" y="1226083"/>
                </a:lnTo>
                <a:lnTo>
                  <a:pt x="44107" y="1272717"/>
                </a:lnTo>
                <a:lnTo>
                  <a:pt x="33934" y="1319885"/>
                </a:lnTo>
                <a:lnTo>
                  <a:pt x="25044" y="1367548"/>
                </a:lnTo>
                <a:lnTo>
                  <a:pt x="17475" y="1415681"/>
                </a:lnTo>
                <a:lnTo>
                  <a:pt x="11239" y="1464259"/>
                </a:lnTo>
                <a:lnTo>
                  <a:pt x="6350" y="1513281"/>
                </a:lnTo>
                <a:lnTo>
                  <a:pt x="2832" y="1562696"/>
                </a:lnTo>
                <a:lnTo>
                  <a:pt x="711" y="1612506"/>
                </a:lnTo>
                <a:lnTo>
                  <a:pt x="0" y="1663763"/>
                </a:lnTo>
                <a:lnTo>
                  <a:pt x="152" y="1663763"/>
                </a:lnTo>
                <a:lnTo>
                  <a:pt x="152" y="1664957"/>
                </a:lnTo>
                <a:lnTo>
                  <a:pt x="493141" y="1664957"/>
                </a:lnTo>
                <a:close/>
              </a:path>
              <a:path w="3192145" h="1664970">
                <a:moveTo>
                  <a:pt x="1131557" y="1663700"/>
                </a:moveTo>
                <a:lnTo>
                  <a:pt x="337705" y="638987"/>
                </a:lnTo>
                <a:lnTo>
                  <a:pt x="308737" y="678827"/>
                </a:lnTo>
                <a:lnTo>
                  <a:pt x="280924" y="719594"/>
                </a:lnTo>
                <a:lnTo>
                  <a:pt x="254266" y="761250"/>
                </a:lnTo>
                <a:lnTo>
                  <a:pt x="228777" y="803795"/>
                </a:lnTo>
                <a:lnTo>
                  <a:pt x="204495" y="847204"/>
                </a:lnTo>
                <a:lnTo>
                  <a:pt x="181419" y="891438"/>
                </a:lnTo>
                <a:lnTo>
                  <a:pt x="159550" y="936498"/>
                </a:lnTo>
                <a:lnTo>
                  <a:pt x="138925" y="982357"/>
                </a:lnTo>
                <a:lnTo>
                  <a:pt x="666915" y="1663700"/>
                </a:lnTo>
                <a:lnTo>
                  <a:pt x="1131557" y="1663700"/>
                </a:lnTo>
                <a:close/>
              </a:path>
              <a:path w="3192145" h="1664970">
                <a:moveTo>
                  <a:pt x="2532710" y="374243"/>
                </a:moveTo>
                <a:lnTo>
                  <a:pt x="2528468" y="357987"/>
                </a:lnTo>
                <a:lnTo>
                  <a:pt x="2518816" y="352513"/>
                </a:lnTo>
                <a:lnTo>
                  <a:pt x="2486025" y="347408"/>
                </a:lnTo>
                <a:lnTo>
                  <a:pt x="2487599" y="350862"/>
                </a:lnTo>
                <a:lnTo>
                  <a:pt x="2522766" y="379615"/>
                </a:lnTo>
                <a:lnTo>
                  <a:pt x="2530398" y="381850"/>
                </a:lnTo>
                <a:lnTo>
                  <a:pt x="2531186" y="379615"/>
                </a:lnTo>
                <a:lnTo>
                  <a:pt x="2532710" y="374243"/>
                </a:lnTo>
                <a:close/>
              </a:path>
              <a:path w="3192145" h="1664970">
                <a:moveTo>
                  <a:pt x="2540952" y="762000"/>
                </a:moveTo>
                <a:lnTo>
                  <a:pt x="2505583" y="762000"/>
                </a:lnTo>
                <a:lnTo>
                  <a:pt x="2524226" y="736600"/>
                </a:lnTo>
                <a:lnTo>
                  <a:pt x="2482646" y="749300"/>
                </a:lnTo>
                <a:lnTo>
                  <a:pt x="2484653" y="749300"/>
                </a:lnTo>
                <a:lnTo>
                  <a:pt x="2488501" y="762000"/>
                </a:lnTo>
                <a:lnTo>
                  <a:pt x="2495613" y="762000"/>
                </a:lnTo>
                <a:lnTo>
                  <a:pt x="2510586" y="774700"/>
                </a:lnTo>
                <a:lnTo>
                  <a:pt x="2535872" y="774700"/>
                </a:lnTo>
                <a:lnTo>
                  <a:pt x="2540952" y="762000"/>
                </a:lnTo>
                <a:close/>
              </a:path>
              <a:path w="3192145" h="1664970">
                <a:moveTo>
                  <a:pt x="3191522" y="0"/>
                </a:moveTo>
                <a:lnTo>
                  <a:pt x="2952800" y="0"/>
                </a:lnTo>
                <a:lnTo>
                  <a:pt x="2952800" y="609600"/>
                </a:lnTo>
                <a:lnTo>
                  <a:pt x="2947606" y="609600"/>
                </a:lnTo>
                <a:lnTo>
                  <a:pt x="2938919" y="622300"/>
                </a:lnTo>
                <a:lnTo>
                  <a:pt x="2913570" y="622300"/>
                </a:lnTo>
                <a:lnTo>
                  <a:pt x="2896311" y="609600"/>
                </a:lnTo>
                <a:lnTo>
                  <a:pt x="2881566" y="596900"/>
                </a:lnTo>
                <a:lnTo>
                  <a:pt x="2877464" y="592150"/>
                </a:lnTo>
                <a:lnTo>
                  <a:pt x="2877464" y="787400"/>
                </a:lnTo>
                <a:lnTo>
                  <a:pt x="2858592" y="800100"/>
                </a:lnTo>
                <a:lnTo>
                  <a:pt x="2863748" y="812800"/>
                </a:lnTo>
                <a:lnTo>
                  <a:pt x="2866021" y="825500"/>
                </a:lnTo>
                <a:lnTo>
                  <a:pt x="2870606" y="838200"/>
                </a:lnTo>
                <a:lnTo>
                  <a:pt x="2871889" y="889000"/>
                </a:lnTo>
                <a:lnTo>
                  <a:pt x="2842857" y="889000"/>
                </a:lnTo>
                <a:lnTo>
                  <a:pt x="2838018" y="883754"/>
                </a:lnTo>
                <a:lnTo>
                  <a:pt x="2838018" y="1295400"/>
                </a:lnTo>
                <a:lnTo>
                  <a:pt x="2838018" y="1320800"/>
                </a:lnTo>
                <a:lnTo>
                  <a:pt x="2791676" y="1320800"/>
                </a:lnTo>
                <a:lnTo>
                  <a:pt x="2772435" y="1308100"/>
                </a:lnTo>
                <a:lnTo>
                  <a:pt x="2757271" y="1308100"/>
                </a:lnTo>
                <a:lnTo>
                  <a:pt x="2743949" y="1295400"/>
                </a:lnTo>
                <a:lnTo>
                  <a:pt x="2732494" y="1295400"/>
                </a:lnTo>
                <a:lnTo>
                  <a:pt x="2722918" y="1282700"/>
                </a:lnTo>
                <a:lnTo>
                  <a:pt x="2727363" y="1282700"/>
                </a:lnTo>
                <a:lnTo>
                  <a:pt x="2731960" y="1270000"/>
                </a:lnTo>
                <a:lnTo>
                  <a:pt x="2735262" y="1270000"/>
                </a:lnTo>
                <a:lnTo>
                  <a:pt x="2735783" y="1257300"/>
                </a:lnTo>
                <a:lnTo>
                  <a:pt x="2726956" y="1257300"/>
                </a:lnTo>
                <a:lnTo>
                  <a:pt x="2715387" y="1244600"/>
                </a:lnTo>
                <a:lnTo>
                  <a:pt x="2678506" y="1244600"/>
                </a:lnTo>
                <a:lnTo>
                  <a:pt x="2655684" y="1231900"/>
                </a:lnTo>
                <a:lnTo>
                  <a:pt x="2628874" y="1231900"/>
                </a:lnTo>
                <a:lnTo>
                  <a:pt x="2598178" y="1244600"/>
                </a:lnTo>
                <a:lnTo>
                  <a:pt x="2568600" y="1193800"/>
                </a:lnTo>
                <a:lnTo>
                  <a:pt x="2574734" y="1193800"/>
                </a:lnTo>
                <a:lnTo>
                  <a:pt x="2581884" y="1181100"/>
                </a:lnTo>
                <a:lnTo>
                  <a:pt x="2588984" y="1168400"/>
                </a:lnTo>
                <a:lnTo>
                  <a:pt x="2594953" y="1143000"/>
                </a:lnTo>
                <a:lnTo>
                  <a:pt x="2598610" y="1130300"/>
                </a:lnTo>
                <a:lnTo>
                  <a:pt x="2599448" y="1117600"/>
                </a:lnTo>
                <a:lnTo>
                  <a:pt x="2598534" y="1104900"/>
                </a:lnTo>
                <a:lnTo>
                  <a:pt x="2596896" y="1092200"/>
                </a:lnTo>
                <a:lnTo>
                  <a:pt x="2495943" y="1092200"/>
                </a:lnTo>
                <a:lnTo>
                  <a:pt x="2466352" y="927100"/>
                </a:lnTo>
                <a:lnTo>
                  <a:pt x="2482113" y="914400"/>
                </a:lnTo>
                <a:lnTo>
                  <a:pt x="2497861" y="901700"/>
                </a:lnTo>
                <a:lnTo>
                  <a:pt x="2581529" y="901700"/>
                </a:lnTo>
                <a:lnTo>
                  <a:pt x="2646845" y="927100"/>
                </a:lnTo>
                <a:lnTo>
                  <a:pt x="2700286" y="952500"/>
                </a:lnTo>
                <a:lnTo>
                  <a:pt x="2721635" y="965200"/>
                </a:lnTo>
                <a:lnTo>
                  <a:pt x="2721178" y="977900"/>
                </a:lnTo>
                <a:lnTo>
                  <a:pt x="2713939" y="1028700"/>
                </a:lnTo>
                <a:lnTo>
                  <a:pt x="2705570" y="1066800"/>
                </a:lnTo>
                <a:lnTo>
                  <a:pt x="2678912" y="1117600"/>
                </a:lnTo>
                <a:lnTo>
                  <a:pt x="2664663" y="1143000"/>
                </a:lnTo>
                <a:lnTo>
                  <a:pt x="2651544" y="1168400"/>
                </a:lnTo>
                <a:lnTo>
                  <a:pt x="2661158" y="1168400"/>
                </a:lnTo>
                <a:lnTo>
                  <a:pt x="2678811" y="1193800"/>
                </a:lnTo>
                <a:lnTo>
                  <a:pt x="2704541" y="1206500"/>
                </a:lnTo>
                <a:lnTo>
                  <a:pt x="2738361" y="1219200"/>
                </a:lnTo>
                <a:lnTo>
                  <a:pt x="2796438" y="1219200"/>
                </a:lnTo>
                <a:lnTo>
                  <a:pt x="2808452" y="1206500"/>
                </a:lnTo>
                <a:lnTo>
                  <a:pt x="2796235" y="1244600"/>
                </a:lnTo>
                <a:lnTo>
                  <a:pt x="2838018" y="1295400"/>
                </a:lnTo>
                <a:lnTo>
                  <a:pt x="2838018" y="883754"/>
                </a:lnTo>
                <a:lnTo>
                  <a:pt x="2831160" y="876300"/>
                </a:lnTo>
                <a:lnTo>
                  <a:pt x="2821965" y="863600"/>
                </a:lnTo>
                <a:lnTo>
                  <a:pt x="2816288" y="850900"/>
                </a:lnTo>
                <a:lnTo>
                  <a:pt x="2813012" y="850900"/>
                </a:lnTo>
                <a:lnTo>
                  <a:pt x="2811018" y="838200"/>
                </a:lnTo>
                <a:lnTo>
                  <a:pt x="2809875" y="825500"/>
                </a:lnTo>
                <a:lnTo>
                  <a:pt x="2809989" y="812800"/>
                </a:lnTo>
                <a:lnTo>
                  <a:pt x="2810929" y="800100"/>
                </a:lnTo>
                <a:lnTo>
                  <a:pt x="2812300" y="787400"/>
                </a:lnTo>
                <a:lnTo>
                  <a:pt x="2767292" y="787400"/>
                </a:lnTo>
                <a:lnTo>
                  <a:pt x="2792590" y="774700"/>
                </a:lnTo>
                <a:lnTo>
                  <a:pt x="2767292" y="736600"/>
                </a:lnTo>
                <a:lnTo>
                  <a:pt x="2690139" y="736600"/>
                </a:lnTo>
                <a:lnTo>
                  <a:pt x="2655620" y="749300"/>
                </a:lnTo>
                <a:lnTo>
                  <a:pt x="2628227" y="762000"/>
                </a:lnTo>
                <a:lnTo>
                  <a:pt x="2608973" y="762000"/>
                </a:lnTo>
                <a:lnTo>
                  <a:pt x="2598826" y="774700"/>
                </a:lnTo>
                <a:lnTo>
                  <a:pt x="2587193" y="774700"/>
                </a:lnTo>
                <a:lnTo>
                  <a:pt x="2577020" y="787400"/>
                </a:lnTo>
                <a:lnTo>
                  <a:pt x="2568321" y="787400"/>
                </a:lnTo>
                <a:lnTo>
                  <a:pt x="2561094" y="800100"/>
                </a:lnTo>
                <a:lnTo>
                  <a:pt x="2551671" y="762000"/>
                </a:lnTo>
                <a:lnTo>
                  <a:pt x="2540952" y="762000"/>
                </a:lnTo>
                <a:lnTo>
                  <a:pt x="2540762" y="774700"/>
                </a:lnTo>
                <a:lnTo>
                  <a:pt x="2541270" y="774700"/>
                </a:lnTo>
                <a:lnTo>
                  <a:pt x="2543111" y="787400"/>
                </a:lnTo>
                <a:lnTo>
                  <a:pt x="2546947" y="800100"/>
                </a:lnTo>
                <a:lnTo>
                  <a:pt x="2553081" y="812800"/>
                </a:lnTo>
                <a:lnTo>
                  <a:pt x="2565704" y="812800"/>
                </a:lnTo>
                <a:lnTo>
                  <a:pt x="2570099" y="825500"/>
                </a:lnTo>
                <a:lnTo>
                  <a:pt x="2460790" y="914400"/>
                </a:lnTo>
                <a:lnTo>
                  <a:pt x="2428633" y="876300"/>
                </a:lnTo>
                <a:lnTo>
                  <a:pt x="2438565" y="901700"/>
                </a:lnTo>
                <a:lnTo>
                  <a:pt x="2457272" y="952500"/>
                </a:lnTo>
                <a:lnTo>
                  <a:pt x="2473820" y="1028700"/>
                </a:lnTo>
                <a:lnTo>
                  <a:pt x="2476347" y="1079500"/>
                </a:lnTo>
                <a:lnTo>
                  <a:pt x="2474531" y="1117600"/>
                </a:lnTo>
                <a:lnTo>
                  <a:pt x="2470213" y="1155700"/>
                </a:lnTo>
                <a:lnTo>
                  <a:pt x="2450007" y="1168400"/>
                </a:lnTo>
                <a:lnTo>
                  <a:pt x="2427732" y="1181100"/>
                </a:lnTo>
                <a:lnTo>
                  <a:pt x="2403411" y="1193800"/>
                </a:lnTo>
                <a:lnTo>
                  <a:pt x="2377046" y="1193800"/>
                </a:lnTo>
                <a:lnTo>
                  <a:pt x="2351392" y="1206500"/>
                </a:lnTo>
                <a:lnTo>
                  <a:pt x="2326868" y="1219200"/>
                </a:lnTo>
                <a:lnTo>
                  <a:pt x="2303627" y="1219200"/>
                </a:lnTo>
                <a:lnTo>
                  <a:pt x="2281809" y="1231900"/>
                </a:lnTo>
                <a:lnTo>
                  <a:pt x="2280399" y="1231900"/>
                </a:lnTo>
                <a:lnTo>
                  <a:pt x="2279358" y="1244600"/>
                </a:lnTo>
                <a:lnTo>
                  <a:pt x="2279065" y="1257300"/>
                </a:lnTo>
                <a:lnTo>
                  <a:pt x="2279878" y="1270000"/>
                </a:lnTo>
                <a:lnTo>
                  <a:pt x="2284196" y="1282700"/>
                </a:lnTo>
                <a:lnTo>
                  <a:pt x="2291194" y="1295400"/>
                </a:lnTo>
                <a:lnTo>
                  <a:pt x="2299779" y="1320800"/>
                </a:lnTo>
                <a:lnTo>
                  <a:pt x="2308809" y="1333500"/>
                </a:lnTo>
                <a:lnTo>
                  <a:pt x="2318791" y="1346200"/>
                </a:lnTo>
                <a:lnTo>
                  <a:pt x="2330234" y="1358900"/>
                </a:lnTo>
                <a:lnTo>
                  <a:pt x="2344153" y="1371600"/>
                </a:lnTo>
                <a:lnTo>
                  <a:pt x="2361552" y="1371600"/>
                </a:lnTo>
                <a:lnTo>
                  <a:pt x="2373642" y="1384300"/>
                </a:lnTo>
                <a:lnTo>
                  <a:pt x="2403335" y="1384300"/>
                </a:lnTo>
                <a:lnTo>
                  <a:pt x="2371191" y="1409700"/>
                </a:lnTo>
                <a:lnTo>
                  <a:pt x="2387054" y="1447800"/>
                </a:lnTo>
                <a:lnTo>
                  <a:pt x="2384044" y="1511300"/>
                </a:lnTo>
                <a:lnTo>
                  <a:pt x="2357043" y="1511300"/>
                </a:lnTo>
                <a:lnTo>
                  <a:pt x="2347391" y="1498600"/>
                </a:lnTo>
                <a:lnTo>
                  <a:pt x="2336647" y="1498600"/>
                </a:lnTo>
                <a:lnTo>
                  <a:pt x="2313965" y="1473200"/>
                </a:lnTo>
                <a:lnTo>
                  <a:pt x="2306904" y="1460500"/>
                </a:lnTo>
                <a:lnTo>
                  <a:pt x="2301011" y="1447800"/>
                </a:lnTo>
                <a:lnTo>
                  <a:pt x="2296185" y="1447800"/>
                </a:lnTo>
                <a:lnTo>
                  <a:pt x="2292312" y="1435100"/>
                </a:lnTo>
                <a:lnTo>
                  <a:pt x="2295029" y="1435100"/>
                </a:lnTo>
                <a:lnTo>
                  <a:pt x="2298344" y="1422400"/>
                </a:lnTo>
                <a:lnTo>
                  <a:pt x="2299817" y="1409700"/>
                </a:lnTo>
                <a:lnTo>
                  <a:pt x="2299919" y="1384300"/>
                </a:lnTo>
                <a:lnTo>
                  <a:pt x="2294763" y="1371600"/>
                </a:lnTo>
                <a:lnTo>
                  <a:pt x="2284895" y="1346200"/>
                </a:lnTo>
                <a:lnTo>
                  <a:pt x="2270887" y="1320800"/>
                </a:lnTo>
                <a:lnTo>
                  <a:pt x="2256904" y="1308100"/>
                </a:lnTo>
                <a:lnTo>
                  <a:pt x="2240140" y="1282700"/>
                </a:lnTo>
                <a:lnTo>
                  <a:pt x="2220417" y="1257300"/>
                </a:lnTo>
                <a:lnTo>
                  <a:pt x="2197582" y="1231900"/>
                </a:lnTo>
                <a:lnTo>
                  <a:pt x="2224582" y="1168400"/>
                </a:lnTo>
                <a:lnTo>
                  <a:pt x="2247709" y="1168400"/>
                </a:lnTo>
                <a:lnTo>
                  <a:pt x="2261527" y="1155700"/>
                </a:lnTo>
                <a:lnTo>
                  <a:pt x="2276449" y="1155700"/>
                </a:lnTo>
                <a:lnTo>
                  <a:pt x="2288476" y="1143000"/>
                </a:lnTo>
                <a:lnTo>
                  <a:pt x="2297353" y="1143000"/>
                </a:lnTo>
                <a:lnTo>
                  <a:pt x="2303399" y="1130300"/>
                </a:lnTo>
                <a:lnTo>
                  <a:pt x="2306891" y="1130300"/>
                </a:lnTo>
                <a:lnTo>
                  <a:pt x="2304669" y="1104900"/>
                </a:lnTo>
                <a:lnTo>
                  <a:pt x="2283117" y="1079500"/>
                </a:lnTo>
                <a:lnTo>
                  <a:pt x="2256574" y="1041400"/>
                </a:lnTo>
                <a:lnTo>
                  <a:pt x="2239365" y="990600"/>
                </a:lnTo>
                <a:lnTo>
                  <a:pt x="2238692" y="965200"/>
                </a:lnTo>
                <a:lnTo>
                  <a:pt x="2246998" y="939800"/>
                </a:lnTo>
                <a:lnTo>
                  <a:pt x="2268702" y="901700"/>
                </a:lnTo>
                <a:lnTo>
                  <a:pt x="2278570" y="889000"/>
                </a:lnTo>
                <a:lnTo>
                  <a:pt x="2308174" y="850900"/>
                </a:lnTo>
                <a:lnTo>
                  <a:pt x="2321623" y="838200"/>
                </a:lnTo>
                <a:lnTo>
                  <a:pt x="2338870" y="812800"/>
                </a:lnTo>
                <a:lnTo>
                  <a:pt x="2354110" y="787400"/>
                </a:lnTo>
                <a:lnTo>
                  <a:pt x="2359685" y="749300"/>
                </a:lnTo>
                <a:lnTo>
                  <a:pt x="2361552" y="736600"/>
                </a:lnTo>
                <a:lnTo>
                  <a:pt x="2360625" y="723900"/>
                </a:lnTo>
                <a:lnTo>
                  <a:pt x="2357259" y="698500"/>
                </a:lnTo>
                <a:lnTo>
                  <a:pt x="2353145" y="685800"/>
                </a:lnTo>
                <a:lnTo>
                  <a:pt x="2349970" y="673100"/>
                </a:lnTo>
                <a:lnTo>
                  <a:pt x="2346515" y="660400"/>
                </a:lnTo>
                <a:lnTo>
                  <a:pt x="2342413" y="660400"/>
                </a:lnTo>
                <a:lnTo>
                  <a:pt x="2337270" y="647700"/>
                </a:lnTo>
                <a:lnTo>
                  <a:pt x="2330678" y="635000"/>
                </a:lnTo>
                <a:lnTo>
                  <a:pt x="2324582" y="622300"/>
                </a:lnTo>
                <a:lnTo>
                  <a:pt x="2319413" y="609600"/>
                </a:lnTo>
                <a:lnTo>
                  <a:pt x="2315489" y="609600"/>
                </a:lnTo>
                <a:lnTo>
                  <a:pt x="2313140" y="596900"/>
                </a:lnTo>
                <a:lnTo>
                  <a:pt x="2290432" y="558800"/>
                </a:lnTo>
                <a:lnTo>
                  <a:pt x="2270874" y="520700"/>
                </a:lnTo>
                <a:lnTo>
                  <a:pt x="2258352" y="482600"/>
                </a:lnTo>
                <a:lnTo>
                  <a:pt x="2256726" y="444500"/>
                </a:lnTo>
                <a:lnTo>
                  <a:pt x="2266302" y="406400"/>
                </a:lnTo>
                <a:lnTo>
                  <a:pt x="2281999" y="381000"/>
                </a:lnTo>
                <a:lnTo>
                  <a:pt x="2298408" y="368300"/>
                </a:lnTo>
                <a:lnTo>
                  <a:pt x="2310104" y="355600"/>
                </a:lnTo>
                <a:lnTo>
                  <a:pt x="2335669" y="330200"/>
                </a:lnTo>
                <a:lnTo>
                  <a:pt x="2360053" y="317500"/>
                </a:lnTo>
                <a:lnTo>
                  <a:pt x="2396261" y="317500"/>
                </a:lnTo>
                <a:lnTo>
                  <a:pt x="2399538" y="304800"/>
                </a:lnTo>
                <a:lnTo>
                  <a:pt x="2408910" y="266700"/>
                </a:lnTo>
                <a:lnTo>
                  <a:pt x="2414613" y="241300"/>
                </a:lnTo>
                <a:lnTo>
                  <a:pt x="2417127" y="241300"/>
                </a:lnTo>
                <a:lnTo>
                  <a:pt x="2419426" y="228600"/>
                </a:lnTo>
                <a:lnTo>
                  <a:pt x="2424544" y="228600"/>
                </a:lnTo>
                <a:lnTo>
                  <a:pt x="2436888" y="254000"/>
                </a:lnTo>
                <a:lnTo>
                  <a:pt x="2441918" y="266700"/>
                </a:lnTo>
                <a:lnTo>
                  <a:pt x="2444686" y="279400"/>
                </a:lnTo>
                <a:lnTo>
                  <a:pt x="2444661" y="292100"/>
                </a:lnTo>
                <a:lnTo>
                  <a:pt x="2443048" y="304800"/>
                </a:lnTo>
                <a:lnTo>
                  <a:pt x="2441067" y="317500"/>
                </a:lnTo>
                <a:lnTo>
                  <a:pt x="2452205" y="317500"/>
                </a:lnTo>
                <a:lnTo>
                  <a:pt x="2473426" y="292100"/>
                </a:lnTo>
                <a:lnTo>
                  <a:pt x="2590825" y="215900"/>
                </a:lnTo>
                <a:lnTo>
                  <a:pt x="2610396" y="203200"/>
                </a:lnTo>
                <a:lnTo>
                  <a:pt x="2496794" y="304800"/>
                </a:lnTo>
                <a:lnTo>
                  <a:pt x="2538692" y="330200"/>
                </a:lnTo>
                <a:lnTo>
                  <a:pt x="2554554" y="355600"/>
                </a:lnTo>
                <a:lnTo>
                  <a:pt x="2633967" y="368300"/>
                </a:lnTo>
                <a:lnTo>
                  <a:pt x="2635250" y="431800"/>
                </a:lnTo>
                <a:lnTo>
                  <a:pt x="2577515" y="431800"/>
                </a:lnTo>
                <a:lnTo>
                  <a:pt x="2578227" y="457200"/>
                </a:lnTo>
                <a:lnTo>
                  <a:pt x="2585948" y="457200"/>
                </a:lnTo>
                <a:lnTo>
                  <a:pt x="2616835" y="469900"/>
                </a:lnTo>
                <a:lnTo>
                  <a:pt x="2594953" y="482600"/>
                </a:lnTo>
                <a:lnTo>
                  <a:pt x="2543949" y="457200"/>
                </a:lnTo>
                <a:lnTo>
                  <a:pt x="2437015" y="457200"/>
                </a:lnTo>
                <a:lnTo>
                  <a:pt x="2427973" y="444500"/>
                </a:lnTo>
                <a:lnTo>
                  <a:pt x="2417978" y="444500"/>
                </a:lnTo>
                <a:lnTo>
                  <a:pt x="2408910" y="431800"/>
                </a:lnTo>
                <a:lnTo>
                  <a:pt x="2406446" y="419100"/>
                </a:lnTo>
                <a:lnTo>
                  <a:pt x="2403741" y="419100"/>
                </a:lnTo>
                <a:lnTo>
                  <a:pt x="2401811" y="406400"/>
                </a:lnTo>
                <a:lnTo>
                  <a:pt x="2401620" y="393700"/>
                </a:lnTo>
                <a:lnTo>
                  <a:pt x="2402382" y="393700"/>
                </a:lnTo>
                <a:lnTo>
                  <a:pt x="2405176" y="381000"/>
                </a:lnTo>
                <a:lnTo>
                  <a:pt x="2407208" y="381000"/>
                </a:lnTo>
                <a:lnTo>
                  <a:pt x="2434209" y="368300"/>
                </a:lnTo>
                <a:lnTo>
                  <a:pt x="2402776" y="368300"/>
                </a:lnTo>
                <a:lnTo>
                  <a:pt x="2392413" y="381000"/>
                </a:lnTo>
                <a:lnTo>
                  <a:pt x="2387777" y="393700"/>
                </a:lnTo>
                <a:lnTo>
                  <a:pt x="2388514" y="406400"/>
                </a:lnTo>
                <a:lnTo>
                  <a:pt x="2417597" y="457200"/>
                </a:lnTo>
                <a:lnTo>
                  <a:pt x="2449017" y="482600"/>
                </a:lnTo>
                <a:lnTo>
                  <a:pt x="2486799" y="495300"/>
                </a:lnTo>
                <a:lnTo>
                  <a:pt x="2527820" y="508000"/>
                </a:lnTo>
                <a:lnTo>
                  <a:pt x="2568981" y="533400"/>
                </a:lnTo>
                <a:lnTo>
                  <a:pt x="2607170" y="571500"/>
                </a:lnTo>
                <a:lnTo>
                  <a:pt x="2622651" y="584200"/>
                </a:lnTo>
                <a:lnTo>
                  <a:pt x="2634323" y="609600"/>
                </a:lnTo>
                <a:lnTo>
                  <a:pt x="2642768" y="622300"/>
                </a:lnTo>
                <a:lnTo>
                  <a:pt x="2648547" y="635000"/>
                </a:lnTo>
                <a:lnTo>
                  <a:pt x="2563660" y="635000"/>
                </a:lnTo>
                <a:lnTo>
                  <a:pt x="2556954" y="622300"/>
                </a:lnTo>
                <a:lnTo>
                  <a:pt x="2545308" y="609600"/>
                </a:lnTo>
                <a:lnTo>
                  <a:pt x="2528265" y="596900"/>
                </a:lnTo>
                <a:lnTo>
                  <a:pt x="2505367" y="584200"/>
                </a:lnTo>
                <a:lnTo>
                  <a:pt x="2467826" y="571500"/>
                </a:lnTo>
                <a:lnTo>
                  <a:pt x="2435250" y="584200"/>
                </a:lnTo>
                <a:lnTo>
                  <a:pt x="2412390" y="584200"/>
                </a:lnTo>
                <a:lnTo>
                  <a:pt x="2403983" y="596900"/>
                </a:lnTo>
                <a:lnTo>
                  <a:pt x="2417000" y="596900"/>
                </a:lnTo>
                <a:lnTo>
                  <a:pt x="2448610" y="584200"/>
                </a:lnTo>
                <a:lnTo>
                  <a:pt x="2528735" y="609600"/>
                </a:lnTo>
                <a:lnTo>
                  <a:pt x="2537117" y="622300"/>
                </a:lnTo>
                <a:lnTo>
                  <a:pt x="2543657" y="635000"/>
                </a:lnTo>
                <a:lnTo>
                  <a:pt x="2548509" y="635000"/>
                </a:lnTo>
                <a:lnTo>
                  <a:pt x="2551874" y="647700"/>
                </a:lnTo>
                <a:lnTo>
                  <a:pt x="2660548" y="660400"/>
                </a:lnTo>
                <a:lnTo>
                  <a:pt x="2669311" y="660400"/>
                </a:lnTo>
                <a:lnTo>
                  <a:pt x="2679204" y="673100"/>
                </a:lnTo>
                <a:lnTo>
                  <a:pt x="2702344" y="673100"/>
                </a:lnTo>
                <a:lnTo>
                  <a:pt x="2720797" y="685800"/>
                </a:lnTo>
                <a:lnTo>
                  <a:pt x="2766860" y="685800"/>
                </a:lnTo>
                <a:lnTo>
                  <a:pt x="2799016" y="698500"/>
                </a:lnTo>
                <a:lnTo>
                  <a:pt x="2801404" y="711200"/>
                </a:lnTo>
                <a:lnTo>
                  <a:pt x="2804274" y="711200"/>
                </a:lnTo>
                <a:lnTo>
                  <a:pt x="2807627" y="723900"/>
                </a:lnTo>
                <a:lnTo>
                  <a:pt x="2811437" y="723900"/>
                </a:lnTo>
                <a:lnTo>
                  <a:pt x="2817330" y="736600"/>
                </a:lnTo>
                <a:lnTo>
                  <a:pt x="2822067" y="749300"/>
                </a:lnTo>
                <a:lnTo>
                  <a:pt x="2826093" y="762000"/>
                </a:lnTo>
                <a:lnTo>
                  <a:pt x="2829877" y="762000"/>
                </a:lnTo>
                <a:lnTo>
                  <a:pt x="2835376" y="774700"/>
                </a:lnTo>
                <a:lnTo>
                  <a:pt x="2858376" y="774700"/>
                </a:lnTo>
                <a:lnTo>
                  <a:pt x="2877464" y="787400"/>
                </a:lnTo>
                <a:lnTo>
                  <a:pt x="2877464" y="592150"/>
                </a:lnTo>
                <a:lnTo>
                  <a:pt x="2870606" y="584200"/>
                </a:lnTo>
                <a:lnTo>
                  <a:pt x="2864701" y="571500"/>
                </a:lnTo>
                <a:lnTo>
                  <a:pt x="2845409" y="571500"/>
                </a:lnTo>
                <a:lnTo>
                  <a:pt x="2844127" y="546100"/>
                </a:lnTo>
                <a:lnTo>
                  <a:pt x="2833332" y="546100"/>
                </a:lnTo>
                <a:lnTo>
                  <a:pt x="2825369" y="533400"/>
                </a:lnTo>
                <a:lnTo>
                  <a:pt x="2794749" y="533400"/>
                </a:lnTo>
                <a:lnTo>
                  <a:pt x="2778353" y="546100"/>
                </a:lnTo>
                <a:lnTo>
                  <a:pt x="2767520" y="558800"/>
                </a:lnTo>
                <a:lnTo>
                  <a:pt x="2763101" y="558800"/>
                </a:lnTo>
                <a:lnTo>
                  <a:pt x="2745689" y="596900"/>
                </a:lnTo>
                <a:lnTo>
                  <a:pt x="2728772" y="635000"/>
                </a:lnTo>
                <a:lnTo>
                  <a:pt x="2718727" y="660400"/>
                </a:lnTo>
                <a:lnTo>
                  <a:pt x="2660218" y="647700"/>
                </a:lnTo>
                <a:lnTo>
                  <a:pt x="2641562" y="584200"/>
                </a:lnTo>
                <a:lnTo>
                  <a:pt x="2725801" y="533400"/>
                </a:lnTo>
                <a:lnTo>
                  <a:pt x="2747657" y="495300"/>
                </a:lnTo>
                <a:lnTo>
                  <a:pt x="2811551" y="495300"/>
                </a:lnTo>
                <a:lnTo>
                  <a:pt x="2834983" y="508000"/>
                </a:lnTo>
                <a:lnTo>
                  <a:pt x="2860192" y="520700"/>
                </a:lnTo>
                <a:lnTo>
                  <a:pt x="2889770" y="520700"/>
                </a:lnTo>
                <a:lnTo>
                  <a:pt x="2901086" y="508000"/>
                </a:lnTo>
                <a:lnTo>
                  <a:pt x="2908274" y="508000"/>
                </a:lnTo>
                <a:lnTo>
                  <a:pt x="2904909" y="520700"/>
                </a:lnTo>
                <a:lnTo>
                  <a:pt x="2898775" y="533400"/>
                </a:lnTo>
                <a:lnTo>
                  <a:pt x="2914205" y="546100"/>
                </a:lnTo>
                <a:lnTo>
                  <a:pt x="2952800" y="609600"/>
                </a:lnTo>
                <a:lnTo>
                  <a:pt x="2952800" y="0"/>
                </a:lnTo>
                <a:lnTo>
                  <a:pt x="2469400" y="0"/>
                </a:lnTo>
                <a:lnTo>
                  <a:pt x="2469400" y="266700"/>
                </a:lnTo>
                <a:lnTo>
                  <a:pt x="2469311" y="279400"/>
                </a:lnTo>
                <a:lnTo>
                  <a:pt x="2468930" y="279400"/>
                </a:lnTo>
                <a:lnTo>
                  <a:pt x="2452852" y="292100"/>
                </a:lnTo>
                <a:lnTo>
                  <a:pt x="2452954" y="279400"/>
                </a:lnTo>
                <a:lnTo>
                  <a:pt x="2453068" y="266700"/>
                </a:lnTo>
                <a:lnTo>
                  <a:pt x="2453170" y="254000"/>
                </a:lnTo>
                <a:lnTo>
                  <a:pt x="2453284" y="241300"/>
                </a:lnTo>
                <a:lnTo>
                  <a:pt x="2453386" y="228600"/>
                </a:lnTo>
                <a:lnTo>
                  <a:pt x="2453500" y="215900"/>
                </a:lnTo>
                <a:lnTo>
                  <a:pt x="2458186" y="228600"/>
                </a:lnTo>
                <a:lnTo>
                  <a:pt x="2462822" y="241300"/>
                </a:lnTo>
                <a:lnTo>
                  <a:pt x="2466644" y="254000"/>
                </a:lnTo>
                <a:lnTo>
                  <a:pt x="2468930" y="266700"/>
                </a:lnTo>
                <a:lnTo>
                  <a:pt x="2469400" y="266700"/>
                </a:lnTo>
                <a:lnTo>
                  <a:pt x="2469400" y="0"/>
                </a:lnTo>
                <a:lnTo>
                  <a:pt x="2391765" y="0"/>
                </a:lnTo>
                <a:lnTo>
                  <a:pt x="2391765" y="279400"/>
                </a:lnTo>
                <a:lnTo>
                  <a:pt x="2384691" y="304800"/>
                </a:lnTo>
                <a:lnTo>
                  <a:pt x="2358872" y="317500"/>
                </a:lnTo>
                <a:lnTo>
                  <a:pt x="2320683" y="330200"/>
                </a:lnTo>
                <a:lnTo>
                  <a:pt x="2281224" y="368300"/>
                </a:lnTo>
                <a:lnTo>
                  <a:pt x="2251583" y="406400"/>
                </a:lnTo>
                <a:lnTo>
                  <a:pt x="2248966" y="419100"/>
                </a:lnTo>
                <a:lnTo>
                  <a:pt x="2245817" y="431800"/>
                </a:lnTo>
                <a:lnTo>
                  <a:pt x="2243315" y="444500"/>
                </a:lnTo>
                <a:lnTo>
                  <a:pt x="2242578" y="469900"/>
                </a:lnTo>
                <a:lnTo>
                  <a:pt x="2250884" y="508000"/>
                </a:lnTo>
                <a:lnTo>
                  <a:pt x="2269820" y="546100"/>
                </a:lnTo>
                <a:lnTo>
                  <a:pt x="2294432" y="596900"/>
                </a:lnTo>
                <a:lnTo>
                  <a:pt x="2319807" y="635000"/>
                </a:lnTo>
                <a:lnTo>
                  <a:pt x="2340965" y="685800"/>
                </a:lnTo>
                <a:lnTo>
                  <a:pt x="2344788" y="711200"/>
                </a:lnTo>
                <a:lnTo>
                  <a:pt x="2347493" y="723900"/>
                </a:lnTo>
                <a:lnTo>
                  <a:pt x="2349309" y="736600"/>
                </a:lnTo>
                <a:lnTo>
                  <a:pt x="2350401" y="736600"/>
                </a:lnTo>
                <a:lnTo>
                  <a:pt x="2254034" y="749300"/>
                </a:lnTo>
                <a:lnTo>
                  <a:pt x="2270302" y="723900"/>
                </a:lnTo>
                <a:lnTo>
                  <a:pt x="2279307" y="711200"/>
                </a:lnTo>
                <a:lnTo>
                  <a:pt x="2282863" y="698500"/>
                </a:lnTo>
                <a:lnTo>
                  <a:pt x="2282774" y="685800"/>
                </a:lnTo>
                <a:lnTo>
                  <a:pt x="2272322" y="673100"/>
                </a:lnTo>
                <a:lnTo>
                  <a:pt x="2251722" y="647700"/>
                </a:lnTo>
                <a:lnTo>
                  <a:pt x="2226437" y="635063"/>
                </a:lnTo>
                <a:lnTo>
                  <a:pt x="2226437" y="1016000"/>
                </a:lnTo>
                <a:lnTo>
                  <a:pt x="2215654" y="1016000"/>
                </a:lnTo>
                <a:lnTo>
                  <a:pt x="2202319" y="1028700"/>
                </a:lnTo>
                <a:lnTo>
                  <a:pt x="2025815" y="1028700"/>
                </a:lnTo>
                <a:lnTo>
                  <a:pt x="1999564" y="1041400"/>
                </a:lnTo>
                <a:lnTo>
                  <a:pt x="1971814" y="1054100"/>
                </a:lnTo>
                <a:lnTo>
                  <a:pt x="1951863" y="1079500"/>
                </a:lnTo>
                <a:lnTo>
                  <a:pt x="1947621" y="1104900"/>
                </a:lnTo>
                <a:lnTo>
                  <a:pt x="1951532" y="1130300"/>
                </a:lnTo>
                <a:lnTo>
                  <a:pt x="1958822" y="1155700"/>
                </a:lnTo>
                <a:lnTo>
                  <a:pt x="1964728" y="1168400"/>
                </a:lnTo>
                <a:lnTo>
                  <a:pt x="1956320" y="1155700"/>
                </a:lnTo>
                <a:lnTo>
                  <a:pt x="1942846" y="1155700"/>
                </a:lnTo>
                <a:lnTo>
                  <a:pt x="1927923" y="1143000"/>
                </a:lnTo>
                <a:lnTo>
                  <a:pt x="1915210" y="1117600"/>
                </a:lnTo>
                <a:lnTo>
                  <a:pt x="1908822" y="1092200"/>
                </a:lnTo>
                <a:lnTo>
                  <a:pt x="1909318" y="1066800"/>
                </a:lnTo>
                <a:lnTo>
                  <a:pt x="1915642" y="1054100"/>
                </a:lnTo>
                <a:lnTo>
                  <a:pt x="1926793" y="1028700"/>
                </a:lnTo>
                <a:lnTo>
                  <a:pt x="1958213" y="1016000"/>
                </a:lnTo>
                <a:lnTo>
                  <a:pt x="1993823" y="1003300"/>
                </a:lnTo>
                <a:lnTo>
                  <a:pt x="2023084" y="1003300"/>
                </a:lnTo>
                <a:lnTo>
                  <a:pt x="2035467" y="990600"/>
                </a:lnTo>
                <a:lnTo>
                  <a:pt x="1999018" y="990600"/>
                </a:lnTo>
                <a:lnTo>
                  <a:pt x="1968995" y="977900"/>
                </a:lnTo>
                <a:lnTo>
                  <a:pt x="1945436" y="952500"/>
                </a:lnTo>
                <a:lnTo>
                  <a:pt x="1938451" y="927100"/>
                </a:lnTo>
                <a:lnTo>
                  <a:pt x="1938172" y="914400"/>
                </a:lnTo>
                <a:lnTo>
                  <a:pt x="1941512" y="889000"/>
                </a:lnTo>
                <a:lnTo>
                  <a:pt x="1948548" y="889000"/>
                </a:lnTo>
                <a:lnTo>
                  <a:pt x="1950567" y="901700"/>
                </a:lnTo>
                <a:lnTo>
                  <a:pt x="1953806" y="914400"/>
                </a:lnTo>
                <a:lnTo>
                  <a:pt x="1962175" y="927100"/>
                </a:lnTo>
                <a:lnTo>
                  <a:pt x="1977186" y="939800"/>
                </a:lnTo>
                <a:lnTo>
                  <a:pt x="2000923" y="952500"/>
                </a:lnTo>
                <a:lnTo>
                  <a:pt x="2035467" y="965200"/>
                </a:lnTo>
                <a:lnTo>
                  <a:pt x="2031288" y="952500"/>
                </a:lnTo>
                <a:lnTo>
                  <a:pt x="2027072" y="939800"/>
                </a:lnTo>
                <a:lnTo>
                  <a:pt x="2023198" y="927100"/>
                </a:lnTo>
                <a:lnTo>
                  <a:pt x="2020023" y="901700"/>
                </a:lnTo>
                <a:lnTo>
                  <a:pt x="2018982" y="889000"/>
                </a:lnTo>
                <a:lnTo>
                  <a:pt x="2017941" y="876300"/>
                </a:lnTo>
                <a:lnTo>
                  <a:pt x="2009101" y="838200"/>
                </a:lnTo>
                <a:lnTo>
                  <a:pt x="1969566" y="800100"/>
                </a:lnTo>
                <a:lnTo>
                  <a:pt x="1927745" y="800100"/>
                </a:lnTo>
                <a:lnTo>
                  <a:pt x="1908924" y="812800"/>
                </a:lnTo>
                <a:lnTo>
                  <a:pt x="1895830" y="825500"/>
                </a:lnTo>
                <a:lnTo>
                  <a:pt x="1888845" y="825500"/>
                </a:lnTo>
                <a:lnTo>
                  <a:pt x="1890014" y="812800"/>
                </a:lnTo>
                <a:lnTo>
                  <a:pt x="1903641" y="787400"/>
                </a:lnTo>
                <a:lnTo>
                  <a:pt x="1928202" y="762000"/>
                </a:lnTo>
                <a:lnTo>
                  <a:pt x="1962150" y="749300"/>
                </a:lnTo>
                <a:lnTo>
                  <a:pt x="1984019" y="749300"/>
                </a:lnTo>
                <a:lnTo>
                  <a:pt x="2012759" y="774700"/>
                </a:lnTo>
                <a:lnTo>
                  <a:pt x="2029358" y="800100"/>
                </a:lnTo>
                <a:lnTo>
                  <a:pt x="2038565" y="825500"/>
                </a:lnTo>
                <a:lnTo>
                  <a:pt x="2045106" y="838200"/>
                </a:lnTo>
                <a:lnTo>
                  <a:pt x="2052294" y="825500"/>
                </a:lnTo>
                <a:lnTo>
                  <a:pt x="2056244" y="800100"/>
                </a:lnTo>
                <a:lnTo>
                  <a:pt x="2050300" y="762000"/>
                </a:lnTo>
                <a:lnTo>
                  <a:pt x="2044661" y="749300"/>
                </a:lnTo>
                <a:lnTo>
                  <a:pt x="2027745" y="711200"/>
                </a:lnTo>
                <a:lnTo>
                  <a:pt x="2019376" y="711200"/>
                </a:lnTo>
                <a:lnTo>
                  <a:pt x="2000402" y="698500"/>
                </a:lnTo>
                <a:lnTo>
                  <a:pt x="1972589" y="685800"/>
                </a:lnTo>
                <a:lnTo>
                  <a:pt x="1937715" y="685800"/>
                </a:lnTo>
                <a:lnTo>
                  <a:pt x="1911832" y="698500"/>
                </a:lnTo>
                <a:lnTo>
                  <a:pt x="1889912" y="711200"/>
                </a:lnTo>
                <a:lnTo>
                  <a:pt x="1873237" y="736600"/>
                </a:lnTo>
                <a:lnTo>
                  <a:pt x="1863128" y="762000"/>
                </a:lnTo>
                <a:lnTo>
                  <a:pt x="1859419" y="749300"/>
                </a:lnTo>
                <a:lnTo>
                  <a:pt x="1855241" y="723900"/>
                </a:lnTo>
                <a:lnTo>
                  <a:pt x="1857578" y="698500"/>
                </a:lnTo>
                <a:lnTo>
                  <a:pt x="1873415" y="660400"/>
                </a:lnTo>
                <a:lnTo>
                  <a:pt x="1894001" y="635000"/>
                </a:lnTo>
                <a:lnTo>
                  <a:pt x="1919617" y="622300"/>
                </a:lnTo>
                <a:lnTo>
                  <a:pt x="1948662" y="609600"/>
                </a:lnTo>
                <a:lnTo>
                  <a:pt x="1979510" y="609600"/>
                </a:lnTo>
                <a:lnTo>
                  <a:pt x="1975370" y="596900"/>
                </a:lnTo>
                <a:lnTo>
                  <a:pt x="1969820" y="571500"/>
                </a:lnTo>
                <a:lnTo>
                  <a:pt x="1970252" y="546100"/>
                </a:lnTo>
                <a:lnTo>
                  <a:pt x="1984019" y="508000"/>
                </a:lnTo>
                <a:lnTo>
                  <a:pt x="2006269" y="482600"/>
                </a:lnTo>
                <a:lnTo>
                  <a:pt x="2030234" y="469900"/>
                </a:lnTo>
                <a:lnTo>
                  <a:pt x="2050389" y="469900"/>
                </a:lnTo>
                <a:lnTo>
                  <a:pt x="2061184" y="457200"/>
                </a:lnTo>
                <a:lnTo>
                  <a:pt x="2052574" y="469900"/>
                </a:lnTo>
                <a:lnTo>
                  <a:pt x="2045131" y="482600"/>
                </a:lnTo>
                <a:lnTo>
                  <a:pt x="2040255" y="508000"/>
                </a:lnTo>
                <a:lnTo>
                  <a:pt x="2039315" y="520700"/>
                </a:lnTo>
                <a:lnTo>
                  <a:pt x="2049487" y="546100"/>
                </a:lnTo>
                <a:lnTo>
                  <a:pt x="2070100" y="571500"/>
                </a:lnTo>
                <a:lnTo>
                  <a:pt x="2094611" y="596900"/>
                </a:lnTo>
                <a:lnTo>
                  <a:pt x="2116480" y="635000"/>
                </a:lnTo>
                <a:lnTo>
                  <a:pt x="2122830" y="647700"/>
                </a:lnTo>
                <a:lnTo>
                  <a:pt x="2127516" y="673100"/>
                </a:lnTo>
                <a:lnTo>
                  <a:pt x="2129091" y="698500"/>
                </a:lnTo>
                <a:lnTo>
                  <a:pt x="2126119" y="736600"/>
                </a:lnTo>
                <a:lnTo>
                  <a:pt x="2131657" y="723900"/>
                </a:lnTo>
                <a:lnTo>
                  <a:pt x="2137206" y="723900"/>
                </a:lnTo>
                <a:lnTo>
                  <a:pt x="2142363" y="711200"/>
                </a:lnTo>
                <a:lnTo>
                  <a:pt x="2146706" y="698500"/>
                </a:lnTo>
                <a:lnTo>
                  <a:pt x="2151392" y="673100"/>
                </a:lnTo>
                <a:lnTo>
                  <a:pt x="2150821" y="660400"/>
                </a:lnTo>
                <a:lnTo>
                  <a:pt x="2148509" y="635000"/>
                </a:lnTo>
                <a:lnTo>
                  <a:pt x="2153234" y="635000"/>
                </a:lnTo>
                <a:lnTo>
                  <a:pt x="2162441" y="660400"/>
                </a:lnTo>
                <a:lnTo>
                  <a:pt x="2171014" y="685800"/>
                </a:lnTo>
                <a:lnTo>
                  <a:pt x="2174354" y="711200"/>
                </a:lnTo>
                <a:lnTo>
                  <a:pt x="2164994" y="762000"/>
                </a:lnTo>
                <a:lnTo>
                  <a:pt x="2143518" y="800100"/>
                </a:lnTo>
                <a:lnTo>
                  <a:pt x="2116480" y="825500"/>
                </a:lnTo>
                <a:lnTo>
                  <a:pt x="2090445" y="850900"/>
                </a:lnTo>
                <a:lnTo>
                  <a:pt x="2071966" y="889000"/>
                </a:lnTo>
                <a:lnTo>
                  <a:pt x="2067610" y="927100"/>
                </a:lnTo>
                <a:lnTo>
                  <a:pt x="2075522" y="952500"/>
                </a:lnTo>
                <a:lnTo>
                  <a:pt x="2088705" y="965200"/>
                </a:lnTo>
                <a:lnTo>
                  <a:pt x="2102104" y="990600"/>
                </a:lnTo>
                <a:lnTo>
                  <a:pt x="2110689" y="990600"/>
                </a:lnTo>
                <a:lnTo>
                  <a:pt x="2111578" y="977900"/>
                </a:lnTo>
                <a:lnTo>
                  <a:pt x="2109482" y="965200"/>
                </a:lnTo>
                <a:lnTo>
                  <a:pt x="2108466" y="952500"/>
                </a:lnTo>
                <a:lnTo>
                  <a:pt x="2112619" y="939800"/>
                </a:lnTo>
                <a:lnTo>
                  <a:pt x="2122868" y="914400"/>
                </a:lnTo>
                <a:lnTo>
                  <a:pt x="2135251" y="901700"/>
                </a:lnTo>
                <a:lnTo>
                  <a:pt x="2146287" y="889000"/>
                </a:lnTo>
                <a:lnTo>
                  <a:pt x="2152485" y="889000"/>
                </a:lnTo>
                <a:lnTo>
                  <a:pt x="2150986" y="901700"/>
                </a:lnTo>
                <a:lnTo>
                  <a:pt x="2144623" y="914400"/>
                </a:lnTo>
                <a:lnTo>
                  <a:pt x="2137689" y="927100"/>
                </a:lnTo>
                <a:lnTo>
                  <a:pt x="2134489" y="939800"/>
                </a:lnTo>
                <a:lnTo>
                  <a:pt x="2134844" y="952500"/>
                </a:lnTo>
                <a:lnTo>
                  <a:pt x="2136940" y="965200"/>
                </a:lnTo>
                <a:lnTo>
                  <a:pt x="2142299" y="977900"/>
                </a:lnTo>
                <a:lnTo>
                  <a:pt x="2152485" y="990600"/>
                </a:lnTo>
                <a:lnTo>
                  <a:pt x="2186952" y="990600"/>
                </a:lnTo>
                <a:lnTo>
                  <a:pt x="2206802" y="977900"/>
                </a:lnTo>
                <a:lnTo>
                  <a:pt x="2225789" y="965200"/>
                </a:lnTo>
                <a:lnTo>
                  <a:pt x="2226437" y="1016000"/>
                </a:lnTo>
                <a:lnTo>
                  <a:pt x="2226437" y="635063"/>
                </a:lnTo>
                <a:lnTo>
                  <a:pt x="2226310" y="635000"/>
                </a:lnTo>
                <a:lnTo>
                  <a:pt x="2201430" y="596900"/>
                </a:lnTo>
                <a:lnTo>
                  <a:pt x="2192794" y="584200"/>
                </a:lnTo>
                <a:lnTo>
                  <a:pt x="2186838" y="571500"/>
                </a:lnTo>
                <a:lnTo>
                  <a:pt x="2183041" y="558800"/>
                </a:lnTo>
                <a:lnTo>
                  <a:pt x="2180856" y="546100"/>
                </a:lnTo>
                <a:lnTo>
                  <a:pt x="2130704" y="546100"/>
                </a:lnTo>
                <a:lnTo>
                  <a:pt x="2135682" y="533400"/>
                </a:lnTo>
                <a:lnTo>
                  <a:pt x="2140318" y="533400"/>
                </a:lnTo>
                <a:lnTo>
                  <a:pt x="2143988" y="520700"/>
                </a:lnTo>
                <a:lnTo>
                  <a:pt x="2146071" y="508000"/>
                </a:lnTo>
                <a:lnTo>
                  <a:pt x="2144522" y="482600"/>
                </a:lnTo>
                <a:lnTo>
                  <a:pt x="2141842" y="469900"/>
                </a:lnTo>
                <a:lnTo>
                  <a:pt x="2140559" y="457200"/>
                </a:lnTo>
                <a:lnTo>
                  <a:pt x="2142972" y="431800"/>
                </a:lnTo>
                <a:lnTo>
                  <a:pt x="2148306" y="419100"/>
                </a:lnTo>
                <a:lnTo>
                  <a:pt x="2154478" y="393700"/>
                </a:lnTo>
                <a:lnTo>
                  <a:pt x="2159419" y="393700"/>
                </a:lnTo>
                <a:lnTo>
                  <a:pt x="2178113" y="368300"/>
                </a:lnTo>
                <a:lnTo>
                  <a:pt x="2198840" y="342900"/>
                </a:lnTo>
                <a:lnTo>
                  <a:pt x="2218347" y="342900"/>
                </a:lnTo>
                <a:lnTo>
                  <a:pt x="2233371" y="330200"/>
                </a:lnTo>
                <a:lnTo>
                  <a:pt x="2216543" y="330200"/>
                </a:lnTo>
                <a:lnTo>
                  <a:pt x="2205685" y="317500"/>
                </a:lnTo>
                <a:lnTo>
                  <a:pt x="2194572" y="317500"/>
                </a:lnTo>
                <a:lnTo>
                  <a:pt x="2181733" y="304800"/>
                </a:lnTo>
                <a:lnTo>
                  <a:pt x="2174468" y="279400"/>
                </a:lnTo>
                <a:lnTo>
                  <a:pt x="2171674" y="279400"/>
                </a:lnTo>
                <a:lnTo>
                  <a:pt x="2172284" y="266700"/>
                </a:lnTo>
                <a:lnTo>
                  <a:pt x="2174329" y="266700"/>
                </a:lnTo>
                <a:lnTo>
                  <a:pt x="2178139" y="279400"/>
                </a:lnTo>
                <a:lnTo>
                  <a:pt x="2184374" y="279400"/>
                </a:lnTo>
                <a:lnTo>
                  <a:pt x="2193709" y="292100"/>
                </a:lnTo>
                <a:lnTo>
                  <a:pt x="2337752" y="292100"/>
                </a:lnTo>
                <a:lnTo>
                  <a:pt x="2336431" y="279400"/>
                </a:lnTo>
                <a:lnTo>
                  <a:pt x="2334399" y="279400"/>
                </a:lnTo>
                <a:lnTo>
                  <a:pt x="2331478" y="266700"/>
                </a:lnTo>
                <a:lnTo>
                  <a:pt x="2327452" y="266700"/>
                </a:lnTo>
                <a:lnTo>
                  <a:pt x="2321039" y="254000"/>
                </a:lnTo>
                <a:lnTo>
                  <a:pt x="2315489" y="254000"/>
                </a:lnTo>
                <a:lnTo>
                  <a:pt x="2311844" y="241300"/>
                </a:lnTo>
                <a:lnTo>
                  <a:pt x="2342680" y="241300"/>
                </a:lnTo>
                <a:lnTo>
                  <a:pt x="2358326" y="254000"/>
                </a:lnTo>
                <a:lnTo>
                  <a:pt x="2369362" y="266700"/>
                </a:lnTo>
                <a:lnTo>
                  <a:pt x="2378557" y="266700"/>
                </a:lnTo>
                <a:lnTo>
                  <a:pt x="2385987" y="279400"/>
                </a:lnTo>
                <a:lnTo>
                  <a:pt x="2391765" y="279400"/>
                </a:lnTo>
                <a:lnTo>
                  <a:pt x="2391765" y="0"/>
                </a:lnTo>
                <a:lnTo>
                  <a:pt x="1549222" y="0"/>
                </a:lnTo>
                <a:lnTo>
                  <a:pt x="1537970" y="12700"/>
                </a:lnTo>
                <a:lnTo>
                  <a:pt x="1408836" y="12700"/>
                </a:lnTo>
                <a:lnTo>
                  <a:pt x="1361757" y="25400"/>
                </a:lnTo>
                <a:lnTo>
                  <a:pt x="1315021" y="25400"/>
                </a:lnTo>
                <a:lnTo>
                  <a:pt x="1594637" y="393700"/>
                </a:lnTo>
                <a:lnTo>
                  <a:pt x="1594637" y="622300"/>
                </a:lnTo>
                <a:lnTo>
                  <a:pt x="1167930" y="63500"/>
                </a:lnTo>
                <a:lnTo>
                  <a:pt x="1076858" y="88900"/>
                </a:lnTo>
                <a:lnTo>
                  <a:pt x="1032217" y="114300"/>
                </a:lnTo>
                <a:lnTo>
                  <a:pt x="988199" y="127000"/>
                </a:lnTo>
                <a:lnTo>
                  <a:pt x="944867" y="152400"/>
                </a:lnTo>
                <a:lnTo>
                  <a:pt x="902220" y="165100"/>
                </a:lnTo>
                <a:lnTo>
                  <a:pt x="860298" y="190500"/>
                </a:lnTo>
                <a:lnTo>
                  <a:pt x="819124" y="215900"/>
                </a:lnTo>
                <a:lnTo>
                  <a:pt x="1594637" y="1219200"/>
                </a:lnTo>
                <a:lnTo>
                  <a:pt x="1594637" y="1447800"/>
                </a:lnTo>
                <a:lnTo>
                  <a:pt x="702437" y="292100"/>
                </a:lnTo>
                <a:lnTo>
                  <a:pt x="659892" y="317500"/>
                </a:lnTo>
                <a:lnTo>
                  <a:pt x="618363" y="355600"/>
                </a:lnTo>
                <a:lnTo>
                  <a:pt x="577900" y="393700"/>
                </a:lnTo>
                <a:lnTo>
                  <a:pt x="538568" y="419100"/>
                </a:lnTo>
                <a:lnTo>
                  <a:pt x="500405" y="457200"/>
                </a:lnTo>
                <a:lnTo>
                  <a:pt x="463473" y="495300"/>
                </a:lnTo>
                <a:lnTo>
                  <a:pt x="427812" y="533400"/>
                </a:lnTo>
                <a:lnTo>
                  <a:pt x="1305433" y="1663700"/>
                </a:lnTo>
                <a:lnTo>
                  <a:pt x="3191522" y="1663700"/>
                </a:lnTo>
                <a:lnTo>
                  <a:pt x="3191522" y="1511300"/>
                </a:lnTo>
                <a:lnTo>
                  <a:pt x="3191522" y="1320800"/>
                </a:lnTo>
                <a:lnTo>
                  <a:pt x="3191522" y="203200"/>
                </a:lnTo>
                <a:lnTo>
                  <a:pt x="3191522" y="0"/>
                </a:lnTo>
                <a:close/>
              </a:path>
            </a:pathLst>
          </a:custGeom>
          <a:solidFill>
            <a:srgbClr val="1B2E59"/>
          </a:solidFill>
        </p:spPr>
        <p:txBody>
          <a:bodyPr wrap="square" lIns="0" tIns="0" rIns="0" bIns="0" rtlCol="0"/>
          <a:lstStyle/>
          <a:p>
            <a:endParaRPr sz="1090"/>
          </a:p>
        </p:txBody>
      </p:sp>
      <p:sp>
        <p:nvSpPr>
          <p:cNvPr id="27" name="TextBox 26"/>
          <p:cNvSpPr txBox="1"/>
          <p:nvPr/>
        </p:nvSpPr>
        <p:spPr>
          <a:xfrm>
            <a:off x="3268980" y="2230385"/>
            <a:ext cx="6096000" cy="1198880"/>
          </a:xfrm>
          <a:prstGeom prst="rect">
            <a:avLst/>
          </a:prstGeom>
          <a:noFill/>
        </p:spPr>
        <p:txBody>
          <a:bodyPr wrap="square">
            <a:spAutoFit/>
          </a:bodyPr>
          <a:lstStyle/>
          <a:p>
            <a:pPr algn="ctr"/>
            <a:r>
              <a:rPr lang="en-GB" sz="7200" dirty="0">
                <a:latin typeface="Times New Roman" panose="02020603050405020304" pitchFamily="18" charset="0"/>
                <a:cs typeface="Times New Roman" panose="02020603050405020304" pitchFamily="18" charset="0"/>
              </a:rPr>
              <a:t>Thank you</a:t>
            </a:r>
            <a:r>
              <a:rPr lang="en-IN" sz="7200" dirty="0">
                <a:latin typeface="Times New Roman" panose="02020603050405020304" pitchFamily="18" charset="0"/>
                <a:cs typeface="Times New Roman" panose="02020603050405020304" pitchFamily="18" charset="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30*108"/>
  <p:tag name="TABLE_ENDDRAG_RECT" val="67*155*630*10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320</Words>
  <Application>Microsoft Office PowerPoint</Application>
  <PresentationFormat>Широкоэкранный</PresentationFormat>
  <Paragraphs>58</Paragraphs>
  <Slides>10</Slides>
  <Notes>0</Notes>
  <HiddenSlides>0</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10</vt:i4>
      </vt:variant>
    </vt:vector>
  </HeadingPairs>
  <TitlesOfParts>
    <vt:vector size="22" baseType="lpstr">
      <vt:lpstr>Aptos</vt:lpstr>
      <vt:lpstr>Aptos Display</vt:lpstr>
      <vt:lpstr>Arial</vt:lpstr>
      <vt:lpstr>Calibri</vt:lpstr>
      <vt:lpstr>Century Gothic</vt:lpstr>
      <vt:lpstr>Century Gothic Paneuropean</vt:lpstr>
      <vt:lpstr>Century Gothic Paneuropean Bold</vt:lpstr>
      <vt:lpstr>Century Gothic Paneuropean Italics</vt:lpstr>
      <vt:lpstr>Segoe WPC</vt:lpstr>
      <vt:lpstr>Times New Roman</vt:lpstr>
      <vt:lpstr>ui-monospace</vt:lpstr>
      <vt:lpstr>Office Theme</vt:lpstr>
      <vt:lpstr>Презентация PowerPoint</vt:lpstr>
      <vt:lpstr>Problem</vt:lpstr>
      <vt:lpstr>Defended Thesis </vt:lpstr>
      <vt:lpstr>Methods/ways/decisions to solve this problem</vt:lpstr>
      <vt:lpstr>My own method/way/decision to overcame this problem</vt:lpstr>
      <vt:lpstr>Levels of Testing (Slide to explain the first Defended Thesis)</vt:lpstr>
      <vt:lpstr>Software testing methods (Slide to explain the first Defended Thesis)</vt:lpstr>
      <vt:lpstr>The Different Software Development Methodologies (Slide to explain the third  Defended Thesis) </vt:lpstr>
      <vt:lpstr>General Conclusion</vt:lpstr>
      <vt:lpstr>Презентация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Amit Joshi</dc:creator>
  <cp:lastModifiedBy>DimaN</cp:lastModifiedBy>
  <cp:revision>12</cp:revision>
  <dcterms:created xsi:type="dcterms:W3CDTF">2025-12-19T07:29:00Z</dcterms:created>
  <dcterms:modified xsi:type="dcterms:W3CDTF">2026-06-03T17:30:27Z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1049-12.1.0.26372</vt:lpwstr>
  </property>
  <property fmtid="{D5CDD505-2E9C-101B-9397-08002B2CF9AE}" pid="3" name="ICV">
    <vt:lpwstr>79976E32FB8848409B81D153244390BA_13</vt:lpwstr>
  </property>
</Properties>
</file>